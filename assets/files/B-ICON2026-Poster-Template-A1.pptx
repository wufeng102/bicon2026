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21383625" cy="302752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7" d="100"/>
          <a:sy n="37" d="100"/>
        </p:scale>
        <p:origin x="700" y="-1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PANDUAN TEMPLATE</a:t>
            </a:r>
          </a:p>
          <a:p>
            <a:r>
              <a:t>Ukuran A1 vertikal, 594 × 841 mm. Semua teks dan bidang dapat diedit. Ganti seluruh placeholder dalam kurung siku. Logo dan kode QR belum diisi. Gunakan logo resmi dan uji QR sebelum cetak. Abstrak opsional sesuai panitia. Referensi hanya memuat sumber yang benar-benar disitir. Jangan menambahkan hasil fiktif. Ukuran dan bagian wajib mengikuti konferensi tujuan.</a:t>
            </a:r>
          </a:p>
          <a:p>
            <a:r>
              <a:t>Urutan baca: kolom kiri, tengah, kanan, lalu footer. Bagian hasil berfokus pada visual. Untuk tinjauan pustaka, Methods dapat memuat basis data, strategi pencarian dan seleksi studi. Untuk studi kualitatif, Results dapat menampilkan tema dan kutipan anonim.</a:t>
            </a:r>
          </a:p>
          <a:p>
            <a:r>
              <a:t>Rujukan penyusunan: https://libguides.shu.ac.uk/researchposters/getting-started ; https://www.ncl.ac.uk/academic-skills-kit/assessment/assignment-types/academic-posters/content/ ; https://www.ncl.ac.uk/academic-skills-kit/assessment/assignment-types/academic-posters/structure/ . Accessed 19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8C771B4-12C1-4909-A25E-D15CE4DC714B}"/>
              </a:ext>
            </a:extLst>
          </p:cNvPr>
          <p:cNvSpPr>
            <a:spLocks noGrp="1"/>
          </p:cNvSpPr>
          <p:nvPr>
            <p:ph type="title"/>
          </p:nvPr>
        </p:nvSpPr>
        <p:spPr>
          <a:xfrm>
            <a:off x="2138400" y="11437600"/>
            <a:ext cx="17107200" cy="4373200"/>
          </a:xfrm>
          <a:prstGeom prst="rect">
            <a:avLst/>
          </a:prstGeom>
          <a:noFill/>
          <a:ln>
            <a:noFill/>
            <a:prstDash val="solid"/>
          </a:ln>
        </p:spPr>
        <p:txBody>
          <a:bodyPr wrap="square" lIns="0" tIns="0" rIns="0" bIns="0" anchor="ctr">
            <a:normAutofit/>
          </a:bodyPr>
          <a:lstStyle>
            <a:defPPr algn="ctr">
              <a:defRPr sz="8419" b="1">
                <a:solidFill>
                  <a:schemeClr val="tx1"/>
                </a:solidFill>
                <a:latin typeface="+mj-lt"/>
                <a:ea typeface="+mj-lt"/>
                <a:cs typeface="+mj-lt"/>
              </a:defRPr>
            </a:defPPr>
            <a:lvl1pPr marL="0" indent="0" algn="ctr">
              <a:lnSpc>
                <a:spcPct val="110000"/>
              </a:lnSpc>
              <a:spcBef>
                <a:spcPts val="0"/>
              </a:spcBef>
              <a:spcAft>
                <a:spcPts val="0"/>
              </a:spcAft>
              <a:buNone/>
              <a:defRPr sz="8419" b="1">
                <a:solidFill>
                  <a:schemeClr val="tx1"/>
                </a:solidFill>
                <a:latin typeface="+mj-lt"/>
                <a:ea typeface="+mj-lt"/>
                <a:cs typeface="+mj-lt"/>
              </a:defRPr>
            </a:lvl1pPr>
            <a:lvl2pPr marL="0" indent="0" algn="ctr">
              <a:lnSpc>
                <a:spcPct val="110000"/>
              </a:lnSpc>
              <a:spcBef>
                <a:spcPts val="0"/>
              </a:spcBef>
              <a:spcAft>
                <a:spcPts val="0"/>
              </a:spcAft>
              <a:buNone/>
              <a:defRPr sz="8419" b="1">
                <a:solidFill>
                  <a:schemeClr val="tx1"/>
                </a:solidFill>
                <a:latin typeface="+mj-lt"/>
                <a:ea typeface="+mj-lt"/>
                <a:cs typeface="+mj-lt"/>
              </a:defRPr>
            </a:lvl2pPr>
            <a:lvl3pPr marL="0" indent="0" algn="ctr">
              <a:lnSpc>
                <a:spcPct val="110000"/>
              </a:lnSpc>
              <a:spcBef>
                <a:spcPts val="0"/>
              </a:spcBef>
              <a:spcAft>
                <a:spcPts val="0"/>
              </a:spcAft>
              <a:buNone/>
              <a:defRPr sz="8419" b="1">
                <a:solidFill>
                  <a:schemeClr val="tx1"/>
                </a:solidFill>
                <a:latin typeface="+mj-lt"/>
                <a:ea typeface="+mj-lt"/>
                <a:cs typeface="+mj-lt"/>
              </a:defRPr>
            </a:lvl3pPr>
            <a:lvl4pPr marL="0" indent="0" algn="ctr">
              <a:lnSpc>
                <a:spcPct val="110000"/>
              </a:lnSpc>
              <a:spcBef>
                <a:spcPts val="0"/>
              </a:spcBef>
              <a:spcAft>
                <a:spcPts val="0"/>
              </a:spcAft>
              <a:buNone/>
              <a:defRPr sz="8419" b="1">
                <a:solidFill>
                  <a:schemeClr val="tx1"/>
                </a:solidFill>
                <a:latin typeface="+mj-lt"/>
                <a:ea typeface="+mj-lt"/>
                <a:cs typeface="+mj-lt"/>
              </a:defRPr>
            </a:lvl4pPr>
            <a:lvl5pPr marL="0" indent="0" algn="ctr">
              <a:lnSpc>
                <a:spcPct val="110000"/>
              </a:lnSpc>
              <a:spcBef>
                <a:spcPts val="0"/>
              </a:spcBef>
              <a:spcAft>
                <a:spcPts val="0"/>
              </a:spcAft>
              <a:buNone/>
              <a:defRPr sz="8419" b="1">
                <a:solidFill>
                  <a:schemeClr val="tx1"/>
                </a:solidFill>
                <a:latin typeface="+mj-lt"/>
                <a:ea typeface="+mj-lt"/>
                <a:cs typeface="+mj-lt"/>
              </a:defRPr>
            </a:lvl5pPr>
            <a:lvl6pPr marL="0" indent="0" algn="ctr">
              <a:lnSpc>
                <a:spcPct val="110000"/>
              </a:lnSpc>
              <a:spcBef>
                <a:spcPts val="0"/>
              </a:spcBef>
              <a:spcAft>
                <a:spcPts val="0"/>
              </a:spcAft>
              <a:buNone/>
              <a:defRPr sz="8419" b="1">
                <a:solidFill>
                  <a:schemeClr val="tx1"/>
                </a:solidFill>
                <a:latin typeface="+mj-lt"/>
                <a:ea typeface="+mj-lt"/>
                <a:cs typeface="+mj-lt"/>
              </a:defRPr>
            </a:lvl6pPr>
            <a:lvl7pPr marL="0" indent="0" algn="ctr">
              <a:lnSpc>
                <a:spcPct val="110000"/>
              </a:lnSpc>
              <a:spcBef>
                <a:spcPts val="0"/>
              </a:spcBef>
              <a:spcAft>
                <a:spcPts val="0"/>
              </a:spcAft>
              <a:buNone/>
              <a:defRPr sz="8419" b="1">
                <a:solidFill>
                  <a:schemeClr val="tx1"/>
                </a:solidFill>
                <a:latin typeface="+mj-lt"/>
                <a:ea typeface="+mj-lt"/>
                <a:cs typeface="+mj-lt"/>
              </a:defRPr>
            </a:lvl7pPr>
            <a:lvl8pPr marL="0" indent="0" algn="ctr">
              <a:lnSpc>
                <a:spcPct val="110000"/>
              </a:lnSpc>
              <a:spcBef>
                <a:spcPts val="0"/>
              </a:spcBef>
              <a:spcAft>
                <a:spcPts val="0"/>
              </a:spcAft>
              <a:buNone/>
              <a:defRPr sz="8419" b="1">
                <a:solidFill>
                  <a:schemeClr val="tx1"/>
                </a:solidFill>
                <a:latin typeface="+mj-lt"/>
                <a:ea typeface="+mj-lt"/>
                <a:cs typeface="+mj-lt"/>
              </a:defRPr>
            </a:lvl8pPr>
            <a:lvl9pPr marL="0" indent="0" algn="ctr">
              <a:lnSpc>
                <a:spcPct val="110000"/>
              </a:lnSpc>
              <a:spcBef>
                <a:spcPts val="0"/>
              </a:spcBef>
              <a:spcAft>
                <a:spcPts val="0"/>
              </a:spcAft>
              <a:buNone/>
              <a:defRPr sz="8419"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F385B3F1-74DA-4AD9-B6E4-DCA7023D2691}"/>
              </a:ext>
            </a:extLst>
          </p:cNvPr>
          <p:cNvSpPr>
            <a:spLocks noGrp="1"/>
          </p:cNvSpPr>
          <p:nvPr>
            <p:ph type="subTitle" idx="1"/>
          </p:nvPr>
        </p:nvSpPr>
        <p:spPr>
          <a:xfrm>
            <a:off x="3207600" y="16651800"/>
            <a:ext cx="14968800" cy="3364000"/>
          </a:xfrm>
          <a:prstGeom prst="rect">
            <a:avLst/>
          </a:prstGeom>
          <a:noFill/>
          <a:ln>
            <a:noFill/>
            <a:prstDash val="solid"/>
          </a:ln>
        </p:spPr>
        <p:txBody>
          <a:bodyPr wrap="square" lIns="0" tIns="0" rIns="0" bIns="0" anchor="ctr">
            <a:normAutofit/>
          </a:bodyPr>
          <a:lstStyle>
            <a:defPPr algn="ctr">
              <a:defRPr sz="3683" b="0">
                <a:solidFill>
                  <a:schemeClr val="tx1"/>
                </a:solidFill>
                <a:latin typeface="+mn-lt"/>
                <a:ea typeface="+mn-lt"/>
                <a:cs typeface="+mn-lt"/>
              </a:defRPr>
            </a:defPPr>
            <a:lvl1pPr marL="0" indent="0" algn="ctr">
              <a:lnSpc>
                <a:spcPct val="110000"/>
              </a:lnSpc>
              <a:spcBef>
                <a:spcPts val="0"/>
              </a:spcBef>
              <a:spcAft>
                <a:spcPts val="0"/>
              </a:spcAft>
              <a:buNone/>
              <a:defRPr sz="3683" b="0">
                <a:solidFill>
                  <a:schemeClr val="tx1"/>
                </a:solidFill>
                <a:latin typeface="+mn-lt"/>
                <a:ea typeface="+mn-lt"/>
                <a:cs typeface="+mn-lt"/>
              </a:defRPr>
            </a:lvl1pPr>
            <a:lvl2pPr marL="0" indent="0" algn="ctr">
              <a:lnSpc>
                <a:spcPct val="110000"/>
              </a:lnSpc>
              <a:spcBef>
                <a:spcPts val="0"/>
              </a:spcBef>
              <a:spcAft>
                <a:spcPts val="0"/>
              </a:spcAft>
              <a:buNone/>
              <a:defRPr sz="3683" b="0">
                <a:solidFill>
                  <a:schemeClr val="tx1"/>
                </a:solidFill>
                <a:latin typeface="+mn-lt"/>
                <a:ea typeface="+mn-lt"/>
                <a:cs typeface="+mn-lt"/>
              </a:defRPr>
            </a:lvl2pPr>
            <a:lvl3pPr marL="0" indent="0" algn="ctr">
              <a:lnSpc>
                <a:spcPct val="110000"/>
              </a:lnSpc>
              <a:spcBef>
                <a:spcPts val="0"/>
              </a:spcBef>
              <a:spcAft>
                <a:spcPts val="0"/>
              </a:spcAft>
              <a:buNone/>
              <a:defRPr sz="3683" b="0">
                <a:solidFill>
                  <a:schemeClr val="tx1"/>
                </a:solidFill>
                <a:latin typeface="+mn-lt"/>
                <a:ea typeface="+mn-lt"/>
                <a:cs typeface="+mn-lt"/>
              </a:defRPr>
            </a:lvl3pPr>
            <a:lvl4pPr marL="0" indent="0" algn="ctr">
              <a:lnSpc>
                <a:spcPct val="110000"/>
              </a:lnSpc>
              <a:spcBef>
                <a:spcPts val="0"/>
              </a:spcBef>
              <a:spcAft>
                <a:spcPts val="0"/>
              </a:spcAft>
              <a:buNone/>
              <a:defRPr sz="3683" b="0">
                <a:solidFill>
                  <a:schemeClr val="tx1"/>
                </a:solidFill>
                <a:latin typeface="+mn-lt"/>
                <a:ea typeface="+mn-lt"/>
                <a:cs typeface="+mn-lt"/>
              </a:defRPr>
            </a:lvl4pPr>
            <a:lvl5pPr marL="0" indent="0" algn="ctr">
              <a:lnSpc>
                <a:spcPct val="110000"/>
              </a:lnSpc>
              <a:spcBef>
                <a:spcPts val="0"/>
              </a:spcBef>
              <a:spcAft>
                <a:spcPts val="0"/>
              </a:spcAft>
              <a:buNone/>
              <a:defRPr sz="3683" b="0">
                <a:solidFill>
                  <a:schemeClr val="tx1"/>
                </a:solidFill>
                <a:latin typeface="+mn-lt"/>
                <a:ea typeface="+mn-lt"/>
                <a:cs typeface="+mn-lt"/>
              </a:defRPr>
            </a:lvl5pPr>
            <a:lvl6pPr marL="0" indent="0" algn="ctr">
              <a:lnSpc>
                <a:spcPct val="110000"/>
              </a:lnSpc>
              <a:spcBef>
                <a:spcPts val="0"/>
              </a:spcBef>
              <a:spcAft>
                <a:spcPts val="0"/>
              </a:spcAft>
              <a:buNone/>
              <a:defRPr sz="3683" b="0">
                <a:solidFill>
                  <a:schemeClr val="tx1"/>
                </a:solidFill>
                <a:latin typeface="+mn-lt"/>
                <a:ea typeface="+mn-lt"/>
                <a:cs typeface="+mn-lt"/>
              </a:defRPr>
            </a:lvl6pPr>
            <a:lvl7pPr marL="0" indent="0" algn="ctr">
              <a:lnSpc>
                <a:spcPct val="110000"/>
              </a:lnSpc>
              <a:spcBef>
                <a:spcPts val="0"/>
              </a:spcBef>
              <a:spcAft>
                <a:spcPts val="0"/>
              </a:spcAft>
              <a:buNone/>
              <a:defRPr sz="3683" b="0">
                <a:solidFill>
                  <a:schemeClr val="tx1"/>
                </a:solidFill>
                <a:latin typeface="+mn-lt"/>
                <a:ea typeface="+mn-lt"/>
                <a:cs typeface="+mn-lt"/>
              </a:defRPr>
            </a:lvl7pPr>
            <a:lvl8pPr marL="0" indent="0" algn="ctr">
              <a:lnSpc>
                <a:spcPct val="110000"/>
              </a:lnSpc>
              <a:spcBef>
                <a:spcPts val="0"/>
              </a:spcBef>
              <a:spcAft>
                <a:spcPts val="0"/>
              </a:spcAft>
              <a:buNone/>
              <a:defRPr sz="3683" b="0">
                <a:solidFill>
                  <a:schemeClr val="tx1"/>
                </a:solidFill>
                <a:latin typeface="+mn-lt"/>
                <a:ea typeface="+mn-lt"/>
                <a:cs typeface="+mn-lt"/>
              </a:defRPr>
            </a:lvl8pPr>
            <a:lvl9pPr marL="0" indent="0" algn="ctr">
              <a:lnSpc>
                <a:spcPct val="110000"/>
              </a:lnSpc>
              <a:spcBef>
                <a:spcPts val="0"/>
              </a:spcBef>
              <a:spcAft>
                <a:spcPts val="0"/>
              </a:spcAft>
              <a:buNone/>
              <a:defRPr sz="3683"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A80075B-5D46-4A6A-AC9C-08E93BEA9468}"/>
              </a:ext>
            </a:extLst>
          </p:cNvPr>
          <p:cNvSpPr>
            <a:spLocks noGrp="1"/>
          </p:cNvSpPr>
          <p:nvPr>
            <p:ph type="title"/>
          </p:nvPr>
        </p:nvSpPr>
        <p:spPr>
          <a:xfrm>
            <a:off x="2138400" y="12615000"/>
            <a:ext cx="17107200" cy="5046000"/>
          </a:xfrm>
          <a:prstGeom prst="rect">
            <a:avLst/>
          </a:prstGeom>
          <a:noFill/>
          <a:ln>
            <a:noFill/>
            <a:prstDash val="solid"/>
          </a:ln>
        </p:spPr>
        <p:txBody>
          <a:bodyPr wrap="square" lIns="0" tIns="0" rIns="0" bIns="0" anchor="ctr">
            <a:normAutofit/>
          </a:bodyPr>
          <a:lstStyle>
            <a:defPPr algn="ctr">
              <a:defRPr sz="7367" b="1">
                <a:solidFill>
                  <a:schemeClr val="tx1"/>
                </a:solidFill>
                <a:latin typeface="+mj-lt"/>
                <a:ea typeface="+mj-lt"/>
                <a:cs typeface="+mj-lt"/>
              </a:defRPr>
            </a:defPPr>
            <a:lvl1pPr marL="0" indent="0" algn="ctr">
              <a:lnSpc>
                <a:spcPct val="110000"/>
              </a:lnSpc>
              <a:spcBef>
                <a:spcPts val="0"/>
              </a:spcBef>
              <a:spcAft>
                <a:spcPts val="0"/>
              </a:spcAft>
              <a:buNone/>
              <a:defRPr sz="7367" b="1">
                <a:solidFill>
                  <a:schemeClr val="tx1"/>
                </a:solidFill>
                <a:latin typeface="+mj-lt"/>
                <a:ea typeface="+mj-lt"/>
                <a:cs typeface="+mj-lt"/>
              </a:defRPr>
            </a:lvl1pPr>
            <a:lvl2pPr marL="0" indent="0" algn="ctr">
              <a:lnSpc>
                <a:spcPct val="110000"/>
              </a:lnSpc>
              <a:spcBef>
                <a:spcPts val="0"/>
              </a:spcBef>
              <a:spcAft>
                <a:spcPts val="0"/>
              </a:spcAft>
              <a:buNone/>
              <a:defRPr sz="7367" b="1">
                <a:solidFill>
                  <a:schemeClr val="tx1"/>
                </a:solidFill>
                <a:latin typeface="+mj-lt"/>
                <a:ea typeface="+mj-lt"/>
                <a:cs typeface="+mj-lt"/>
              </a:defRPr>
            </a:lvl2pPr>
            <a:lvl3pPr marL="0" indent="0" algn="ctr">
              <a:lnSpc>
                <a:spcPct val="110000"/>
              </a:lnSpc>
              <a:spcBef>
                <a:spcPts val="0"/>
              </a:spcBef>
              <a:spcAft>
                <a:spcPts val="0"/>
              </a:spcAft>
              <a:buNone/>
              <a:defRPr sz="7367" b="1">
                <a:solidFill>
                  <a:schemeClr val="tx1"/>
                </a:solidFill>
                <a:latin typeface="+mj-lt"/>
                <a:ea typeface="+mj-lt"/>
                <a:cs typeface="+mj-lt"/>
              </a:defRPr>
            </a:lvl3pPr>
            <a:lvl4pPr marL="0" indent="0" algn="ctr">
              <a:lnSpc>
                <a:spcPct val="110000"/>
              </a:lnSpc>
              <a:spcBef>
                <a:spcPts val="0"/>
              </a:spcBef>
              <a:spcAft>
                <a:spcPts val="0"/>
              </a:spcAft>
              <a:buNone/>
              <a:defRPr sz="7367" b="1">
                <a:solidFill>
                  <a:schemeClr val="tx1"/>
                </a:solidFill>
                <a:latin typeface="+mj-lt"/>
                <a:ea typeface="+mj-lt"/>
                <a:cs typeface="+mj-lt"/>
              </a:defRPr>
            </a:lvl4pPr>
            <a:lvl5pPr marL="0" indent="0" algn="ctr">
              <a:lnSpc>
                <a:spcPct val="110000"/>
              </a:lnSpc>
              <a:spcBef>
                <a:spcPts val="0"/>
              </a:spcBef>
              <a:spcAft>
                <a:spcPts val="0"/>
              </a:spcAft>
              <a:buNone/>
              <a:defRPr sz="7367" b="1">
                <a:solidFill>
                  <a:schemeClr val="tx1"/>
                </a:solidFill>
                <a:latin typeface="+mj-lt"/>
                <a:ea typeface="+mj-lt"/>
                <a:cs typeface="+mj-lt"/>
              </a:defRPr>
            </a:lvl5pPr>
            <a:lvl6pPr marL="0" indent="0" algn="ctr">
              <a:lnSpc>
                <a:spcPct val="110000"/>
              </a:lnSpc>
              <a:spcBef>
                <a:spcPts val="0"/>
              </a:spcBef>
              <a:spcAft>
                <a:spcPts val="0"/>
              </a:spcAft>
              <a:buNone/>
              <a:defRPr sz="7367" b="1">
                <a:solidFill>
                  <a:schemeClr val="tx1"/>
                </a:solidFill>
                <a:latin typeface="+mj-lt"/>
                <a:ea typeface="+mj-lt"/>
                <a:cs typeface="+mj-lt"/>
              </a:defRPr>
            </a:lvl6pPr>
            <a:lvl7pPr marL="0" indent="0" algn="ctr">
              <a:lnSpc>
                <a:spcPct val="110000"/>
              </a:lnSpc>
              <a:spcBef>
                <a:spcPts val="0"/>
              </a:spcBef>
              <a:spcAft>
                <a:spcPts val="0"/>
              </a:spcAft>
              <a:buNone/>
              <a:defRPr sz="7367" b="1">
                <a:solidFill>
                  <a:schemeClr val="tx1"/>
                </a:solidFill>
                <a:latin typeface="+mj-lt"/>
                <a:ea typeface="+mj-lt"/>
                <a:cs typeface="+mj-lt"/>
              </a:defRPr>
            </a:lvl7pPr>
            <a:lvl8pPr marL="0" indent="0" algn="ctr">
              <a:lnSpc>
                <a:spcPct val="110000"/>
              </a:lnSpc>
              <a:spcBef>
                <a:spcPts val="0"/>
              </a:spcBef>
              <a:spcAft>
                <a:spcPts val="0"/>
              </a:spcAft>
              <a:buNone/>
              <a:defRPr sz="7367" b="1">
                <a:solidFill>
                  <a:schemeClr val="tx1"/>
                </a:solidFill>
                <a:latin typeface="+mj-lt"/>
                <a:ea typeface="+mj-lt"/>
                <a:cs typeface="+mj-lt"/>
              </a:defRPr>
            </a:lvl8pPr>
            <a:lvl9pPr marL="0" indent="0" algn="ctr">
              <a:lnSpc>
                <a:spcPct val="110000"/>
              </a:lnSpc>
              <a:spcBef>
                <a:spcPts val="0"/>
              </a:spcBef>
              <a:spcAft>
                <a:spcPts val="0"/>
              </a:spcAft>
              <a:buNone/>
              <a:defRPr sz="7367"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E3B0A3-3117-4BBA-AE0B-CADC68ADCB5D}"/>
              </a:ext>
            </a:extLst>
          </p:cNvPr>
          <p:cNvSpPr>
            <a:spLocks noGrp="1"/>
          </p:cNvSpPr>
          <p:nvPr>
            <p:ph type="title"/>
          </p:nvPr>
        </p:nvSpPr>
        <p:spPr>
          <a:xfrm>
            <a:off x="1202850" y="2354800"/>
            <a:ext cx="18978300" cy="3700400"/>
          </a:xfrm>
          <a:prstGeom prst="rect">
            <a:avLst/>
          </a:prstGeom>
          <a:noFill/>
          <a:ln>
            <a:noFill/>
            <a:prstDash val="solid"/>
          </a:ln>
        </p:spPr>
        <p:txBody>
          <a:bodyPr wrap="square" lIns="0" tIns="0" rIns="0" bIns="0" anchor="t">
            <a:normAutofit/>
          </a:bodyPr>
          <a:lstStyle>
            <a:defPPr algn="l">
              <a:defRPr sz="5788" b="1">
                <a:solidFill>
                  <a:schemeClr val="tx1"/>
                </a:solidFill>
                <a:latin typeface="+mj-lt"/>
                <a:ea typeface="+mj-lt"/>
                <a:cs typeface="+mj-lt"/>
              </a:defRPr>
            </a:defPPr>
            <a:lvl1pPr marL="0" indent="0" algn="l">
              <a:lnSpc>
                <a:spcPct val="110000"/>
              </a:lnSpc>
              <a:spcBef>
                <a:spcPts val="0"/>
              </a:spcBef>
              <a:spcAft>
                <a:spcPts val="0"/>
              </a:spcAft>
              <a:buNone/>
              <a:defRPr sz="5788" b="1">
                <a:solidFill>
                  <a:schemeClr val="tx1"/>
                </a:solidFill>
                <a:latin typeface="+mj-lt"/>
                <a:ea typeface="+mj-lt"/>
                <a:cs typeface="+mj-lt"/>
              </a:defRPr>
            </a:lvl1pPr>
            <a:lvl2pPr marL="0" indent="0" algn="l">
              <a:lnSpc>
                <a:spcPct val="110000"/>
              </a:lnSpc>
              <a:spcBef>
                <a:spcPts val="0"/>
              </a:spcBef>
              <a:spcAft>
                <a:spcPts val="0"/>
              </a:spcAft>
              <a:buNone/>
              <a:defRPr sz="5788" b="1">
                <a:solidFill>
                  <a:schemeClr val="tx1"/>
                </a:solidFill>
                <a:latin typeface="+mj-lt"/>
                <a:ea typeface="+mj-lt"/>
                <a:cs typeface="+mj-lt"/>
              </a:defRPr>
            </a:lvl2pPr>
            <a:lvl3pPr marL="0" indent="0" algn="l">
              <a:lnSpc>
                <a:spcPct val="110000"/>
              </a:lnSpc>
              <a:spcBef>
                <a:spcPts val="0"/>
              </a:spcBef>
              <a:spcAft>
                <a:spcPts val="0"/>
              </a:spcAft>
              <a:buNone/>
              <a:defRPr sz="5788" b="1">
                <a:solidFill>
                  <a:schemeClr val="tx1"/>
                </a:solidFill>
                <a:latin typeface="+mj-lt"/>
                <a:ea typeface="+mj-lt"/>
                <a:cs typeface="+mj-lt"/>
              </a:defRPr>
            </a:lvl3pPr>
            <a:lvl4pPr marL="0" indent="0" algn="l">
              <a:lnSpc>
                <a:spcPct val="110000"/>
              </a:lnSpc>
              <a:spcBef>
                <a:spcPts val="0"/>
              </a:spcBef>
              <a:spcAft>
                <a:spcPts val="0"/>
              </a:spcAft>
              <a:buNone/>
              <a:defRPr sz="5788" b="1">
                <a:solidFill>
                  <a:schemeClr val="tx1"/>
                </a:solidFill>
                <a:latin typeface="+mj-lt"/>
                <a:ea typeface="+mj-lt"/>
                <a:cs typeface="+mj-lt"/>
              </a:defRPr>
            </a:lvl4pPr>
            <a:lvl5pPr marL="0" indent="0" algn="l">
              <a:lnSpc>
                <a:spcPct val="110000"/>
              </a:lnSpc>
              <a:spcBef>
                <a:spcPts val="0"/>
              </a:spcBef>
              <a:spcAft>
                <a:spcPts val="0"/>
              </a:spcAft>
              <a:buNone/>
              <a:defRPr sz="5788" b="1">
                <a:solidFill>
                  <a:schemeClr val="tx1"/>
                </a:solidFill>
                <a:latin typeface="+mj-lt"/>
                <a:ea typeface="+mj-lt"/>
                <a:cs typeface="+mj-lt"/>
              </a:defRPr>
            </a:lvl5pPr>
            <a:lvl6pPr marL="0" indent="0" algn="l">
              <a:lnSpc>
                <a:spcPct val="110000"/>
              </a:lnSpc>
              <a:spcBef>
                <a:spcPts val="0"/>
              </a:spcBef>
              <a:spcAft>
                <a:spcPts val="0"/>
              </a:spcAft>
              <a:buNone/>
              <a:defRPr sz="5788" b="1">
                <a:solidFill>
                  <a:schemeClr val="tx1"/>
                </a:solidFill>
                <a:latin typeface="+mj-lt"/>
                <a:ea typeface="+mj-lt"/>
                <a:cs typeface="+mj-lt"/>
              </a:defRPr>
            </a:lvl6pPr>
            <a:lvl7pPr marL="0" indent="0" algn="l">
              <a:lnSpc>
                <a:spcPct val="110000"/>
              </a:lnSpc>
              <a:spcBef>
                <a:spcPts val="0"/>
              </a:spcBef>
              <a:spcAft>
                <a:spcPts val="0"/>
              </a:spcAft>
              <a:buNone/>
              <a:defRPr sz="5788" b="1">
                <a:solidFill>
                  <a:schemeClr val="tx1"/>
                </a:solidFill>
                <a:latin typeface="+mj-lt"/>
                <a:ea typeface="+mj-lt"/>
                <a:cs typeface="+mj-lt"/>
              </a:defRPr>
            </a:lvl7pPr>
            <a:lvl8pPr marL="0" indent="0" algn="l">
              <a:lnSpc>
                <a:spcPct val="110000"/>
              </a:lnSpc>
              <a:spcBef>
                <a:spcPts val="0"/>
              </a:spcBef>
              <a:spcAft>
                <a:spcPts val="0"/>
              </a:spcAft>
              <a:buNone/>
              <a:defRPr sz="5788" b="1">
                <a:solidFill>
                  <a:schemeClr val="tx1"/>
                </a:solidFill>
                <a:latin typeface="+mj-lt"/>
                <a:ea typeface="+mj-lt"/>
                <a:cs typeface="+mj-lt"/>
              </a:defRPr>
            </a:lvl8pPr>
            <a:lvl9pPr marL="0" indent="0" algn="l">
              <a:lnSpc>
                <a:spcPct val="110000"/>
              </a:lnSpc>
              <a:spcBef>
                <a:spcPts val="0"/>
              </a:spcBef>
              <a:spcAft>
                <a:spcPts val="0"/>
              </a:spcAft>
              <a:buNone/>
              <a:defRPr sz="5788"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C35E6FC6-2B5C-4408-AD8A-11C6D47540B7}"/>
              </a:ext>
            </a:extLst>
          </p:cNvPr>
          <p:cNvSpPr>
            <a:spLocks noGrp="1"/>
          </p:cNvSpPr>
          <p:nvPr>
            <p:ph type="body" idx="1"/>
          </p:nvPr>
        </p:nvSpPr>
        <p:spPr>
          <a:xfrm>
            <a:off x="1202850" y="8410000"/>
            <a:ext cx="18978300" cy="18838400"/>
          </a:xfrm>
          <a:prstGeom prst="rect">
            <a:avLst/>
          </a:prstGeom>
          <a:noFill/>
          <a:ln>
            <a:noFill/>
            <a:prstDash val="solid"/>
          </a:ln>
        </p:spPr>
        <p:txBody>
          <a:bodyPr wrap="square" lIns="0" tIns="0" rIns="0" bIns="0" anchor="t">
            <a:normAutofit/>
          </a:bodyPr>
          <a:lstStyle>
            <a:defPPr algn="l">
              <a:defRPr sz="3946" b="0">
                <a:solidFill>
                  <a:schemeClr val="tx1"/>
                </a:solidFill>
                <a:latin typeface="+mn-lt"/>
                <a:ea typeface="+mn-lt"/>
                <a:cs typeface="+mn-lt"/>
              </a:defRPr>
            </a:defPPr>
            <a:lvl1pPr marL="400950" indent="-400950" algn="l">
              <a:lnSpc>
                <a:spcPct val="110000"/>
              </a:lnSpc>
              <a:spcBef>
                <a:spcPts val="0"/>
              </a:spcBef>
              <a:spcAft>
                <a:spcPts val="2105"/>
              </a:spcAft>
              <a:buChar char="•"/>
              <a:defRPr sz="3946" b="0">
                <a:solidFill>
                  <a:schemeClr val="tx1"/>
                </a:solidFill>
                <a:latin typeface="+mn-lt"/>
                <a:ea typeface="+mn-lt"/>
                <a:cs typeface="+mn-lt"/>
              </a:defRPr>
            </a:lvl1pPr>
            <a:lvl2pPr marL="935550" indent="-400950" algn="l">
              <a:lnSpc>
                <a:spcPct val="110000"/>
              </a:lnSpc>
              <a:spcBef>
                <a:spcPts val="0"/>
              </a:spcBef>
              <a:spcAft>
                <a:spcPts val="2105"/>
              </a:spcAft>
              <a:buChar char="•"/>
              <a:defRPr sz="3946" b="0">
                <a:solidFill>
                  <a:schemeClr val="tx1"/>
                </a:solidFill>
                <a:latin typeface="+mn-lt"/>
                <a:ea typeface="+mn-lt"/>
                <a:cs typeface="+mn-lt"/>
              </a:defRPr>
            </a:lvl2pPr>
            <a:lvl3pPr marL="1470150" indent="-400950" algn="l">
              <a:lnSpc>
                <a:spcPct val="110000"/>
              </a:lnSpc>
              <a:spcBef>
                <a:spcPts val="0"/>
              </a:spcBef>
              <a:spcAft>
                <a:spcPts val="2105"/>
              </a:spcAft>
              <a:buChar char="•"/>
              <a:defRPr sz="3946" b="0">
                <a:solidFill>
                  <a:schemeClr val="tx1"/>
                </a:solidFill>
                <a:latin typeface="+mn-lt"/>
                <a:ea typeface="+mn-lt"/>
                <a:cs typeface="+mn-lt"/>
              </a:defRPr>
            </a:lvl3pPr>
            <a:lvl4pPr marL="2004750" indent="-400950" algn="l">
              <a:lnSpc>
                <a:spcPct val="110000"/>
              </a:lnSpc>
              <a:spcBef>
                <a:spcPts val="0"/>
              </a:spcBef>
              <a:spcAft>
                <a:spcPts val="2105"/>
              </a:spcAft>
              <a:buChar char="•"/>
              <a:defRPr sz="3946" b="0">
                <a:solidFill>
                  <a:schemeClr val="tx1"/>
                </a:solidFill>
                <a:latin typeface="+mn-lt"/>
                <a:ea typeface="+mn-lt"/>
                <a:cs typeface="+mn-lt"/>
              </a:defRPr>
            </a:lvl4pPr>
            <a:lvl5pPr marL="2539350" indent="-400950" algn="l">
              <a:lnSpc>
                <a:spcPct val="110000"/>
              </a:lnSpc>
              <a:spcBef>
                <a:spcPts val="0"/>
              </a:spcBef>
              <a:spcAft>
                <a:spcPts val="2105"/>
              </a:spcAft>
              <a:buChar char="•"/>
              <a:defRPr sz="3946" b="0">
                <a:solidFill>
                  <a:schemeClr val="tx1"/>
                </a:solidFill>
                <a:latin typeface="+mn-lt"/>
                <a:ea typeface="+mn-lt"/>
                <a:cs typeface="+mn-lt"/>
              </a:defRPr>
            </a:lvl5pPr>
            <a:lvl6pPr marL="3073950" indent="-400950" algn="l">
              <a:lnSpc>
                <a:spcPct val="110000"/>
              </a:lnSpc>
              <a:spcBef>
                <a:spcPts val="0"/>
              </a:spcBef>
              <a:spcAft>
                <a:spcPts val="2105"/>
              </a:spcAft>
              <a:buChar char="•"/>
              <a:defRPr sz="3946" b="0">
                <a:solidFill>
                  <a:schemeClr val="tx1"/>
                </a:solidFill>
                <a:latin typeface="+mn-lt"/>
                <a:ea typeface="+mn-lt"/>
                <a:cs typeface="+mn-lt"/>
              </a:defRPr>
            </a:lvl6pPr>
            <a:lvl7pPr marL="3608550" indent="-400950" algn="l">
              <a:lnSpc>
                <a:spcPct val="110000"/>
              </a:lnSpc>
              <a:spcBef>
                <a:spcPts val="0"/>
              </a:spcBef>
              <a:spcAft>
                <a:spcPts val="2105"/>
              </a:spcAft>
              <a:buChar char="•"/>
              <a:defRPr sz="3946" b="0">
                <a:solidFill>
                  <a:schemeClr val="tx1"/>
                </a:solidFill>
                <a:latin typeface="+mn-lt"/>
                <a:ea typeface="+mn-lt"/>
                <a:cs typeface="+mn-lt"/>
              </a:defRPr>
            </a:lvl7pPr>
            <a:lvl8pPr marL="4143150" indent="-400950" algn="l">
              <a:lnSpc>
                <a:spcPct val="110000"/>
              </a:lnSpc>
              <a:spcBef>
                <a:spcPts val="0"/>
              </a:spcBef>
              <a:spcAft>
                <a:spcPts val="2105"/>
              </a:spcAft>
              <a:buChar char="•"/>
              <a:defRPr sz="3946" b="0">
                <a:solidFill>
                  <a:schemeClr val="tx1"/>
                </a:solidFill>
                <a:latin typeface="+mn-lt"/>
                <a:ea typeface="+mn-lt"/>
                <a:cs typeface="+mn-lt"/>
              </a:defRPr>
            </a:lvl8pPr>
            <a:lvl9pPr marL="4677750" indent="-400950" algn="l">
              <a:lnSpc>
                <a:spcPct val="110000"/>
              </a:lnSpc>
              <a:spcBef>
                <a:spcPts val="0"/>
              </a:spcBef>
              <a:spcAft>
                <a:spcPts val="2105"/>
              </a:spcAft>
              <a:buChar char="•"/>
              <a:defRPr sz="3946"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FC2B68E-9BEC-42BB-9D2D-707B9C2CE58B}"/>
              </a:ext>
            </a:extLst>
          </p:cNvPr>
          <p:cNvSpPr>
            <a:spLocks noGrp="1"/>
          </p:cNvSpPr>
          <p:nvPr>
            <p:ph type="title"/>
          </p:nvPr>
        </p:nvSpPr>
        <p:spPr>
          <a:xfrm>
            <a:off x="1202850" y="2354800"/>
            <a:ext cx="18978300" cy="3700400"/>
          </a:xfrm>
          <a:prstGeom prst="rect">
            <a:avLst/>
          </a:prstGeom>
          <a:noFill/>
          <a:ln>
            <a:noFill/>
            <a:prstDash val="solid"/>
          </a:ln>
        </p:spPr>
        <p:txBody>
          <a:bodyPr wrap="square" lIns="0" tIns="0" rIns="0" bIns="0" anchor="t">
            <a:normAutofit/>
          </a:bodyPr>
          <a:lstStyle>
            <a:defPPr algn="l">
              <a:defRPr sz="5788" b="1">
                <a:solidFill>
                  <a:schemeClr val="tx1"/>
                </a:solidFill>
                <a:latin typeface="+mj-lt"/>
                <a:ea typeface="+mj-lt"/>
                <a:cs typeface="+mj-lt"/>
              </a:defRPr>
            </a:defPPr>
            <a:lvl1pPr marL="0" indent="0" algn="l">
              <a:lnSpc>
                <a:spcPct val="110000"/>
              </a:lnSpc>
              <a:spcBef>
                <a:spcPts val="0"/>
              </a:spcBef>
              <a:spcAft>
                <a:spcPts val="0"/>
              </a:spcAft>
              <a:buNone/>
              <a:defRPr sz="5788" b="1">
                <a:solidFill>
                  <a:schemeClr val="tx1"/>
                </a:solidFill>
                <a:latin typeface="+mj-lt"/>
                <a:ea typeface="+mj-lt"/>
                <a:cs typeface="+mj-lt"/>
              </a:defRPr>
            </a:lvl1pPr>
            <a:lvl2pPr marL="0" indent="0" algn="l">
              <a:lnSpc>
                <a:spcPct val="110000"/>
              </a:lnSpc>
              <a:spcBef>
                <a:spcPts val="0"/>
              </a:spcBef>
              <a:spcAft>
                <a:spcPts val="0"/>
              </a:spcAft>
              <a:buNone/>
              <a:defRPr sz="5788" b="1">
                <a:solidFill>
                  <a:schemeClr val="tx1"/>
                </a:solidFill>
                <a:latin typeface="+mj-lt"/>
                <a:ea typeface="+mj-lt"/>
                <a:cs typeface="+mj-lt"/>
              </a:defRPr>
            </a:lvl2pPr>
            <a:lvl3pPr marL="0" indent="0" algn="l">
              <a:lnSpc>
                <a:spcPct val="110000"/>
              </a:lnSpc>
              <a:spcBef>
                <a:spcPts val="0"/>
              </a:spcBef>
              <a:spcAft>
                <a:spcPts val="0"/>
              </a:spcAft>
              <a:buNone/>
              <a:defRPr sz="5788" b="1">
                <a:solidFill>
                  <a:schemeClr val="tx1"/>
                </a:solidFill>
                <a:latin typeface="+mj-lt"/>
                <a:ea typeface="+mj-lt"/>
                <a:cs typeface="+mj-lt"/>
              </a:defRPr>
            </a:lvl3pPr>
            <a:lvl4pPr marL="0" indent="0" algn="l">
              <a:lnSpc>
                <a:spcPct val="110000"/>
              </a:lnSpc>
              <a:spcBef>
                <a:spcPts val="0"/>
              </a:spcBef>
              <a:spcAft>
                <a:spcPts val="0"/>
              </a:spcAft>
              <a:buNone/>
              <a:defRPr sz="5788" b="1">
                <a:solidFill>
                  <a:schemeClr val="tx1"/>
                </a:solidFill>
                <a:latin typeface="+mj-lt"/>
                <a:ea typeface="+mj-lt"/>
                <a:cs typeface="+mj-lt"/>
              </a:defRPr>
            </a:lvl4pPr>
            <a:lvl5pPr marL="0" indent="0" algn="l">
              <a:lnSpc>
                <a:spcPct val="110000"/>
              </a:lnSpc>
              <a:spcBef>
                <a:spcPts val="0"/>
              </a:spcBef>
              <a:spcAft>
                <a:spcPts val="0"/>
              </a:spcAft>
              <a:buNone/>
              <a:defRPr sz="5788" b="1">
                <a:solidFill>
                  <a:schemeClr val="tx1"/>
                </a:solidFill>
                <a:latin typeface="+mj-lt"/>
                <a:ea typeface="+mj-lt"/>
                <a:cs typeface="+mj-lt"/>
              </a:defRPr>
            </a:lvl5pPr>
            <a:lvl6pPr marL="0" indent="0" algn="l">
              <a:lnSpc>
                <a:spcPct val="110000"/>
              </a:lnSpc>
              <a:spcBef>
                <a:spcPts val="0"/>
              </a:spcBef>
              <a:spcAft>
                <a:spcPts val="0"/>
              </a:spcAft>
              <a:buNone/>
              <a:defRPr sz="5788" b="1">
                <a:solidFill>
                  <a:schemeClr val="tx1"/>
                </a:solidFill>
                <a:latin typeface="+mj-lt"/>
                <a:ea typeface="+mj-lt"/>
                <a:cs typeface="+mj-lt"/>
              </a:defRPr>
            </a:lvl6pPr>
            <a:lvl7pPr marL="0" indent="0" algn="l">
              <a:lnSpc>
                <a:spcPct val="110000"/>
              </a:lnSpc>
              <a:spcBef>
                <a:spcPts val="0"/>
              </a:spcBef>
              <a:spcAft>
                <a:spcPts val="0"/>
              </a:spcAft>
              <a:buNone/>
              <a:defRPr sz="5788" b="1">
                <a:solidFill>
                  <a:schemeClr val="tx1"/>
                </a:solidFill>
                <a:latin typeface="+mj-lt"/>
                <a:ea typeface="+mj-lt"/>
                <a:cs typeface="+mj-lt"/>
              </a:defRPr>
            </a:lvl7pPr>
            <a:lvl8pPr marL="0" indent="0" algn="l">
              <a:lnSpc>
                <a:spcPct val="110000"/>
              </a:lnSpc>
              <a:spcBef>
                <a:spcPts val="0"/>
              </a:spcBef>
              <a:spcAft>
                <a:spcPts val="0"/>
              </a:spcAft>
              <a:buNone/>
              <a:defRPr sz="5788" b="1">
                <a:solidFill>
                  <a:schemeClr val="tx1"/>
                </a:solidFill>
                <a:latin typeface="+mj-lt"/>
                <a:ea typeface="+mj-lt"/>
                <a:cs typeface="+mj-lt"/>
              </a:defRPr>
            </a:lvl8pPr>
            <a:lvl9pPr marL="0" indent="0" algn="l">
              <a:lnSpc>
                <a:spcPct val="110000"/>
              </a:lnSpc>
              <a:spcBef>
                <a:spcPts val="0"/>
              </a:spcBef>
              <a:spcAft>
                <a:spcPts val="0"/>
              </a:spcAft>
              <a:buNone/>
              <a:defRPr sz="5788"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3FCB5CD-BBEA-4EA1-AFA7-DC13D88FAE2C}"/>
              </a:ext>
            </a:extLst>
          </p:cNvPr>
          <p:cNvSpPr>
            <a:spLocks noGrp="1"/>
          </p:cNvSpPr>
          <p:nvPr>
            <p:ph type="body" idx="1"/>
          </p:nvPr>
        </p:nvSpPr>
        <p:spPr>
          <a:xfrm>
            <a:off x="1202850" y="8410000"/>
            <a:ext cx="8820900" cy="18838400"/>
          </a:xfrm>
          <a:prstGeom prst="rect">
            <a:avLst/>
          </a:prstGeom>
          <a:noFill/>
          <a:ln>
            <a:noFill/>
            <a:prstDash val="solid"/>
          </a:ln>
        </p:spPr>
        <p:txBody>
          <a:bodyPr wrap="square" lIns="0" tIns="0" rIns="0" bIns="0" anchor="t">
            <a:normAutofit/>
          </a:bodyPr>
          <a:lstStyle>
            <a:defPPr algn="l">
              <a:defRPr sz="3683" b="0">
                <a:solidFill>
                  <a:schemeClr val="tx1"/>
                </a:solidFill>
                <a:latin typeface="+mn-lt"/>
                <a:ea typeface="+mn-lt"/>
                <a:cs typeface="+mn-lt"/>
              </a:defRPr>
            </a:defPPr>
            <a:lvl1pPr marL="400950" indent="-400950" algn="l">
              <a:lnSpc>
                <a:spcPct val="110000"/>
              </a:lnSpc>
              <a:spcBef>
                <a:spcPts val="0"/>
              </a:spcBef>
              <a:spcAft>
                <a:spcPts val="2105"/>
              </a:spcAft>
              <a:buChar char="•"/>
              <a:defRPr sz="3683" b="0">
                <a:solidFill>
                  <a:schemeClr val="tx1"/>
                </a:solidFill>
                <a:latin typeface="+mn-lt"/>
                <a:ea typeface="+mn-lt"/>
                <a:cs typeface="+mn-lt"/>
              </a:defRPr>
            </a:lvl1pPr>
            <a:lvl2pPr marL="935550" indent="-400950" algn="l">
              <a:lnSpc>
                <a:spcPct val="110000"/>
              </a:lnSpc>
              <a:spcBef>
                <a:spcPts val="0"/>
              </a:spcBef>
              <a:spcAft>
                <a:spcPts val="2105"/>
              </a:spcAft>
              <a:buChar char="•"/>
              <a:defRPr sz="3683" b="0">
                <a:solidFill>
                  <a:schemeClr val="tx1"/>
                </a:solidFill>
                <a:latin typeface="+mn-lt"/>
                <a:ea typeface="+mn-lt"/>
                <a:cs typeface="+mn-lt"/>
              </a:defRPr>
            </a:lvl2pPr>
            <a:lvl3pPr marL="1470150" indent="-400950" algn="l">
              <a:lnSpc>
                <a:spcPct val="110000"/>
              </a:lnSpc>
              <a:spcBef>
                <a:spcPts val="0"/>
              </a:spcBef>
              <a:spcAft>
                <a:spcPts val="2105"/>
              </a:spcAft>
              <a:buChar char="•"/>
              <a:defRPr sz="3683" b="0">
                <a:solidFill>
                  <a:schemeClr val="tx1"/>
                </a:solidFill>
                <a:latin typeface="+mn-lt"/>
                <a:ea typeface="+mn-lt"/>
                <a:cs typeface="+mn-lt"/>
              </a:defRPr>
            </a:lvl3pPr>
            <a:lvl4pPr marL="2004750" indent="-400950" algn="l">
              <a:lnSpc>
                <a:spcPct val="110000"/>
              </a:lnSpc>
              <a:spcBef>
                <a:spcPts val="0"/>
              </a:spcBef>
              <a:spcAft>
                <a:spcPts val="2105"/>
              </a:spcAft>
              <a:buChar char="•"/>
              <a:defRPr sz="3683" b="0">
                <a:solidFill>
                  <a:schemeClr val="tx1"/>
                </a:solidFill>
                <a:latin typeface="+mn-lt"/>
                <a:ea typeface="+mn-lt"/>
                <a:cs typeface="+mn-lt"/>
              </a:defRPr>
            </a:lvl4pPr>
            <a:lvl5pPr marL="2539350" indent="-400950" algn="l">
              <a:lnSpc>
                <a:spcPct val="110000"/>
              </a:lnSpc>
              <a:spcBef>
                <a:spcPts val="0"/>
              </a:spcBef>
              <a:spcAft>
                <a:spcPts val="2105"/>
              </a:spcAft>
              <a:buChar char="•"/>
              <a:defRPr sz="3683" b="0">
                <a:solidFill>
                  <a:schemeClr val="tx1"/>
                </a:solidFill>
                <a:latin typeface="+mn-lt"/>
                <a:ea typeface="+mn-lt"/>
                <a:cs typeface="+mn-lt"/>
              </a:defRPr>
            </a:lvl5pPr>
            <a:lvl6pPr marL="3073950" indent="-400950" algn="l">
              <a:lnSpc>
                <a:spcPct val="110000"/>
              </a:lnSpc>
              <a:spcBef>
                <a:spcPts val="0"/>
              </a:spcBef>
              <a:spcAft>
                <a:spcPts val="2105"/>
              </a:spcAft>
              <a:buChar char="•"/>
              <a:defRPr sz="3683" b="0">
                <a:solidFill>
                  <a:schemeClr val="tx1"/>
                </a:solidFill>
                <a:latin typeface="+mn-lt"/>
                <a:ea typeface="+mn-lt"/>
                <a:cs typeface="+mn-lt"/>
              </a:defRPr>
            </a:lvl6pPr>
            <a:lvl7pPr marL="3608550" indent="-400950" algn="l">
              <a:lnSpc>
                <a:spcPct val="110000"/>
              </a:lnSpc>
              <a:spcBef>
                <a:spcPts val="0"/>
              </a:spcBef>
              <a:spcAft>
                <a:spcPts val="2105"/>
              </a:spcAft>
              <a:buChar char="•"/>
              <a:defRPr sz="3683" b="0">
                <a:solidFill>
                  <a:schemeClr val="tx1"/>
                </a:solidFill>
                <a:latin typeface="+mn-lt"/>
                <a:ea typeface="+mn-lt"/>
                <a:cs typeface="+mn-lt"/>
              </a:defRPr>
            </a:lvl7pPr>
            <a:lvl8pPr marL="4143150" indent="-400950" algn="l">
              <a:lnSpc>
                <a:spcPct val="110000"/>
              </a:lnSpc>
              <a:spcBef>
                <a:spcPts val="0"/>
              </a:spcBef>
              <a:spcAft>
                <a:spcPts val="2105"/>
              </a:spcAft>
              <a:buChar char="•"/>
              <a:defRPr sz="3683" b="0">
                <a:solidFill>
                  <a:schemeClr val="tx1"/>
                </a:solidFill>
                <a:latin typeface="+mn-lt"/>
                <a:ea typeface="+mn-lt"/>
                <a:cs typeface="+mn-lt"/>
              </a:defRPr>
            </a:lvl8pPr>
            <a:lvl9pPr marL="4677750" indent="-400950" algn="l">
              <a:lnSpc>
                <a:spcPct val="110000"/>
              </a:lnSpc>
              <a:spcBef>
                <a:spcPts val="0"/>
              </a:spcBef>
              <a:spcAft>
                <a:spcPts val="2105"/>
              </a:spcAft>
              <a:buChar char="•"/>
              <a:defRPr sz="3683"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08F9648-C97F-44C0-9AF5-C3B112F8796E}"/>
              </a:ext>
            </a:extLst>
          </p:cNvPr>
          <p:cNvSpPr>
            <a:spLocks noGrp="1"/>
          </p:cNvSpPr>
          <p:nvPr>
            <p:ph type="body" idx="2"/>
          </p:nvPr>
        </p:nvSpPr>
        <p:spPr>
          <a:xfrm>
            <a:off x="11360250" y="8410000"/>
            <a:ext cx="8820900" cy="18838400"/>
          </a:xfrm>
          <a:prstGeom prst="rect">
            <a:avLst/>
          </a:prstGeom>
          <a:noFill/>
          <a:ln>
            <a:noFill/>
            <a:prstDash val="solid"/>
          </a:ln>
        </p:spPr>
        <p:txBody>
          <a:bodyPr wrap="square" lIns="0" tIns="0" rIns="0" bIns="0" anchor="t">
            <a:normAutofit/>
          </a:bodyPr>
          <a:lstStyle>
            <a:defPPr algn="l">
              <a:defRPr sz="3683" b="0">
                <a:solidFill>
                  <a:schemeClr val="tx1"/>
                </a:solidFill>
                <a:latin typeface="+mn-lt"/>
                <a:ea typeface="+mn-lt"/>
                <a:cs typeface="+mn-lt"/>
              </a:defRPr>
            </a:defPPr>
            <a:lvl1pPr marL="400950" indent="-400950" algn="l">
              <a:lnSpc>
                <a:spcPct val="110000"/>
              </a:lnSpc>
              <a:spcBef>
                <a:spcPts val="0"/>
              </a:spcBef>
              <a:spcAft>
                <a:spcPts val="2105"/>
              </a:spcAft>
              <a:buChar char="•"/>
              <a:defRPr sz="3683" b="0">
                <a:solidFill>
                  <a:schemeClr val="tx1"/>
                </a:solidFill>
                <a:latin typeface="+mn-lt"/>
                <a:ea typeface="+mn-lt"/>
                <a:cs typeface="+mn-lt"/>
              </a:defRPr>
            </a:lvl1pPr>
            <a:lvl2pPr marL="935550" indent="-400950" algn="l">
              <a:lnSpc>
                <a:spcPct val="110000"/>
              </a:lnSpc>
              <a:spcBef>
                <a:spcPts val="0"/>
              </a:spcBef>
              <a:spcAft>
                <a:spcPts val="2105"/>
              </a:spcAft>
              <a:buChar char="•"/>
              <a:defRPr sz="3683" b="0">
                <a:solidFill>
                  <a:schemeClr val="tx1"/>
                </a:solidFill>
                <a:latin typeface="+mn-lt"/>
                <a:ea typeface="+mn-lt"/>
                <a:cs typeface="+mn-lt"/>
              </a:defRPr>
            </a:lvl2pPr>
            <a:lvl3pPr marL="1470150" indent="-400950" algn="l">
              <a:lnSpc>
                <a:spcPct val="110000"/>
              </a:lnSpc>
              <a:spcBef>
                <a:spcPts val="0"/>
              </a:spcBef>
              <a:spcAft>
                <a:spcPts val="2105"/>
              </a:spcAft>
              <a:buChar char="•"/>
              <a:defRPr sz="3683" b="0">
                <a:solidFill>
                  <a:schemeClr val="tx1"/>
                </a:solidFill>
                <a:latin typeface="+mn-lt"/>
                <a:ea typeface="+mn-lt"/>
                <a:cs typeface="+mn-lt"/>
              </a:defRPr>
            </a:lvl3pPr>
            <a:lvl4pPr marL="2004750" indent="-400950" algn="l">
              <a:lnSpc>
                <a:spcPct val="110000"/>
              </a:lnSpc>
              <a:spcBef>
                <a:spcPts val="0"/>
              </a:spcBef>
              <a:spcAft>
                <a:spcPts val="2105"/>
              </a:spcAft>
              <a:buChar char="•"/>
              <a:defRPr sz="3683" b="0">
                <a:solidFill>
                  <a:schemeClr val="tx1"/>
                </a:solidFill>
                <a:latin typeface="+mn-lt"/>
                <a:ea typeface="+mn-lt"/>
                <a:cs typeface="+mn-lt"/>
              </a:defRPr>
            </a:lvl4pPr>
            <a:lvl5pPr marL="2539350" indent="-400950" algn="l">
              <a:lnSpc>
                <a:spcPct val="110000"/>
              </a:lnSpc>
              <a:spcBef>
                <a:spcPts val="0"/>
              </a:spcBef>
              <a:spcAft>
                <a:spcPts val="2105"/>
              </a:spcAft>
              <a:buChar char="•"/>
              <a:defRPr sz="3683" b="0">
                <a:solidFill>
                  <a:schemeClr val="tx1"/>
                </a:solidFill>
                <a:latin typeface="+mn-lt"/>
                <a:ea typeface="+mn-lt"/>
                <a:cs typeface="+mn-lt"/>
              </a:defRPr>
            </a:lvl5pPr>
            <a:lvl6pPr marL="3073950" indent="-400950" algn="l">
              <a:lnSpc>
                <a:spcPct val="110000"/>
              </a:lnSpc>
              <a:spcBef>
                <a:spcPts val="0"/>
              </a:spcBef>
              <a:spcAft>
                <a:spcPts val="2105"/>
              </a:spcAft>
              <a:buChar char="•"/>
              <a:defRPr sz="3683" b="0">
                <a:solidFill>
                  <a:schemeClr val="tx1"/>
                </a:solidFill>
                <a:latin typeface="+mn-lt"/>
                <a:ea typeface="+mn-lt"/>
                <a:cs typeface="+mn-lt"/>
              </a:defRPr>
            </a:lvl6pPr>
            <a:lvl7pPr marL="3608550" indent="-400950" algn="l">
              <a:lnSpc>
                <a:spcPct val="110000"/>
              </a:lnSpc>
              <a:spcBef>
                <a:spcPts val="0"/>
              </a:spcBef>
              <a:spcAft>
                <a:spcPts val="2105"/>
              </a:spcAft>
              <a:buChar char="•"/>
              <a:defRPr sz="3683" b="0">
                <a:solidFill>
                  <a:schemeClr val="tx1"/>
                </a:solidFill>
                <a:latin typeface="+mn-lt"/>
                <a:ea typeface="+mn-lt"/>
                <a:cs typeface="+mn-lt"/>
              </a:defRPr>
            </a:lvl7pPr>
            <a:lvl8pPr marL="4143150" indent="-400950" algn="l">
              <a:lnSpc>
                <a:spcPct val="110000"/>
              </a:lnSpc>
              <a:spcBef>
                <a:spcPts val="0"/>
              </a:spcBef>
              <a:spcAft>
                <a:spcPts val="2105"/>
              </a:spcAft>
              <a:buChar char="•"/>
              <a:defRPr sz="3683" b="0">
                <a:solidFill>
                  <a:schemeClr val="tx1"/>
                </a:solidFill>
                <a:latin typeface="+mn-lt"/>
                <a:ea typeface="+mn-lt"/>
                <a:cs typeface="+mn-lt"/>
              </a:defRPr>
            </a:lvl8pPr>
            <a:lvl9pPr marL="4677750" indent="-400950" algn="l">
              <a:lnSpc>
                <a:spcPct val="110000"/>
              </a:lnSpc>
              <a:spcBef>
                <a:spcPts val="0"/>
              </a:spcBef>
              <a:spcAft>
                <a:spcPts val="2105"/>
              </a:spcAft>
              <a:buChar char="•"/>
              <a:defRPr sz="3683"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40ED564-3FD5-48E7-8964-175984ECD5A7}"/>
              </a:ext>
            </a:extLst>
          </p:cNvPr>
          <p:cNvSpPr>
            <a:spLocks noGrp="1"/>
          </p:cNvSpPr>
          <p:nvPr>
            <p:ph type="title"/>
          </p:nvPr>
        </p:nvSpPr>
        <p:spPr>
          <a:xfrm>
            <a:off x="1202850" y="2354800"/>
            <a:ext cx="18978300" cy="3700400"/>
          </a:xfrm>
          <a:prstGeom prst="rect">
            <a:avLst/>
          </a:prstGeom>
          <a:noFill/>
          <a:ln>
            <a:noFill/>
            <a:prstDash val="solid"/>
          </a:ln>
        </p:spPr>
        <p:txBody>
          <a:bodyPr wrap="square" lIns="0" tIns="0" rIns="0" bIns="0" anchor="t">
            <a:normAutofit/>
          </a:bodyPr>
          <a:lstStyle>
            <a:defPPr algn="l">
              <a:defRPr sz="5788" b="1">
                <a:solidFill>
                  <a:schemeClr val="tx1"/>
                </a:solidFill>
                <a:latin typeface="+mj-lt"/>
                <a:ea typeface="+mj-lt"/>
                <a:cs typeface="+mj-lt"/>
              </a:defRPr>
            </a:defPPr>
            <a:lvl1pPr marL="0" indent="0" algn="l">
              <a:lnSpc>
                <a:spcPct val="110000"/>
              </a:lnSpc>
              <a:spcBef>
                <a:spcPts val="0"/>
              </a:spcBef>
              <a:spcAft>
                <a:spcPts val="0"/>
              </a:spcAft>
              <a:buNone/>
              <a:defRPr sz="5788" b="1">
                <a:solidFill>
                  <a:schemeClr val="tx1"/>
                </a:solidFill>
                <a:latin typeface="+mj-lt"/>
                <a:ea typeface="+mj-lt"/>
                <a:cs typeface="+mj-lt"/>
              </a:defRPr>
            </a:lvl1pPr>
            <a:lvl2pPr marL="0" indent="0" algn="l">
              <a:lnSpc>
                <a:spcPct val="110000"/>
              </a:lnSpc>
              <a:spcBef>
                <a:spcPts val="0"/>
              </a:spcBef>
              <a:spcAft>
                <a:spcPts val="0"/>
              </a:spcAft>
              <a:buNone/>
              <a:defRPr sz="5788" b="1">
                <a:solidFill>
                  <a:schemeClr val="tx1"/>
                </a:solidFill>
                <a:latin typeface="+mj-lt"/>
                <a:ea typeface="+mj-lt"/>
                <a:cs typeface="+mj-lt"/>
              </a:defRPr>
            </a:lvl2pPr>
            <a:lvl3pPr marL="0" indent="0" algn="l">
              <a:lnSpc>
                <a:spcPct val="110000"/>
              </a:lnSpc>
              <a:spcBef>
                <a:spcPts val="0"/>
              </a:spcBef>
              <a:spcAft>
                <a:spcPts val="0"/>
              </a:spcAft>
              <a:buNone/>
              <a:defRPr sz="5788" b="1">
                <a:solidFill>
                  <a:schemeClr val="tx1"/>
                </a:solidFill>
                <a:latin typeface="+mj-lt"/>
                <a:ea typeface="+mj-lt"/>
                <a:cs typeface="+mj-lt"/>
              </a:defRPr>
            </a:lvl3pPr>
            <a:lvl4pPr marL="0" indent="0" algn="l">
              <a:lnSpc>
                <a:spcPct val="110000"/>
              </a:lnSpc>
              <a:spcBef>
                <a:spcPts val="0"/>
              </a:spcBef>
              <a:spcAft>
                <a:spcPts val="0"/>
              </a:spcAft>
              <a:buNone/>
              <a:defRPr sz="5788" b="1">
                <a:solidFill>
                  <a:schemeClr val="tx1"/>
                </a:solidFill>
                <a:latin typeface="+mj-lt"/>
                <a:ea typeface="+mj-lt"/>
                <a:cs typeface="+mj-lt"/>
              </a:defRPr>
            </a:lvl4pPr>
            <a:lvl5pPr marL="0" indent="0" algn="l">
              <a:lnSpc>
                <a:spcPct val="110000"/>
              </a:lnSpc>
              <a:spcBef>
                <a:spcPts val="0"/>
              </a:spcBef>
              <a:spcAft>
                <a:spcPts val="0"/>
              </a:spcAft>
              <a:buNone/>
              <a:defRPr sz="5788" b="1">
                <a:solidFill>
                  <a:schemeClr val="tx1"/>
                </a:solidFill>
                <a:latin typeface="+mj-lt"/>
                <a:ea typeface="+mj-lt"/>
                <a:cs typeface="+mj-lt"/>
              </a:defRPr>
            </a:lvl5pPr>
            <a:lvl6pPr marL="0" indent="0" algn="l">
              <a:lnSpc>
                <a:spcPct val="110000"/>
              </a:lnSpc>
              <a:spcBef>
                <a:spcPts val="0"/>
              </a:spcBef>
              <a:spcAft>
                <a:spcPts val="0"/>
              </a:spcAft>
              <a:buNone/>
              <a:defRPr sz="5788" b="1">
                <a:solidFill>
                  <a:schemeClr val="tx1"/>
                </a:solidFill>
                <a:latin typeface="+mj-lt"/>
                <a:ea typeface="+mj-lt"/>
                <a:cs typeface="+mj-lt"/>
              </a:defRPr>
            </a:lvl6pPr>
            <a:lvl7pPr marL="0" indent="0" algn="l">
              <a:lnSpc>
                <a:spcPct val="110000"/>
              </a:lnSpc>
              <a:spcBef>
                <a:spcPts val="0"/>
              </a:spcBef>
              <a:spcAft>
                <a:spcPts val="0"/>
              </a:spcAft>
              <a:buNone/>
              <a:defRPr sz="5788" b="1">
                <a:solidFill>
                  <a:schemeClr val="tx1"/>
                </a:solidFill>
                <a:latin typeface="+mj-lt"/>
                <a:ea typeface="+mj-lt"/>
                <a:cs typeface="+mj-lt"/>
              </a:defRPr>
            </a:lvl7pPr>
            <a:lvl8pPr marL="0" indent="0" algn="l">
              <a:lnSpc>
                <a:spcPct val="110000"/>
              </a:lnSpc>
              <a:spcBef>
                <a:spcPts val="0"/>
              </a:spcBef>
              <a:spcAft>
                <a:spcPts val="0"/>
              </a:spcAft>
              <a:buNone/>
              <a:defRPr sz="5788" b="1">
                <a:solidFill>
                  <a:schemeClr val="tx1"/>
                </a:solidFill>
                <a:latin typeface="+mj-lt"/>
                <a:ea typeface="+mj-lt"/>
                <a:cs typeface="+mj-lt"/>
              </a:defRPr>
            </a:lvl8pPr>
            <a:lvl9pPr marL="0" indent="0" algn="l">
              <a:lnSpc>
                <a:spcPct val="110000"/>
              </a:lnSpc>
              <a:spcBef>
                <a:spcPts val="0"/>
              </a:spcBef>
              <a:spcAft>
                <a:spcPts val="0"/>
              </a:spcAft>
              <a:buNone/>
              <a:defRPr sz="5788"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D67D878-ED77-4473-AC40-299A15141320}"/>
              </a:ext>
            </a:extLst>
          </p:cNvPr>
          <p:cNvSpPr>
            <a:spLocks noGrp="1"/>
          </p:cNvSpPr>
          <p:nvPr>
            <p:ph type="body" idx="1"/>
          </p:nvPr>
        </p:nvSpPr>
        <p:spPr>
          <a:xfrm>
            <a:off x="1202850" y="8410000"/>
            <a:ext cx="8820900" cy="18838400"/>
          </a:xfrm>
          <a:prstGeom prst="rect">
            <a:avLst/>
          </a:prstGeom>
          <a:noFill/>
          <a:ln>
            <a:noFill/>
            <a:prstDash val="solid"/>
          </a:ln>
        </p:spPr>
        <p:txBody>
          <a:bodyPr wrap="square" lIns="0" tIns="0" rIns="0" bIns="0" anchor="t">
            <a:normAutofit/>
          </a:bodyPr>
          <a:lstStyle>
            <a:defPPr algn="l">
              <a:defRPr sz="3946" b="0">
                <a:solidFill>
                  <a:schemeClr val="tx1"/>
                </a:solidFill>
                <a:latin typeface="+mn-lt"/>
                <a:ea typeface="+mn-lt"/>
                <a:cs typeface="+mn-lt"/>
              </a:defRPr>
            </a:defPPr>
            <a:lvl1pPr marL="400950" indent="-400950" algn="l">
              <a:lnSpc>
                <a:spcPct val="110000"/>
              </a:lnSpc>
              <a:spcBef>
                <a:spcPts val="0"/>
              </a:spcBef>
              <a:spcAft>
                <a:spcPts val="2105"/>
              </a:spcAft>
              <a:buChar char="•"/>
              <a:defRPr sz="3946" b="0">
                <a:solidFill>
                  <a:schemeClr val="tx1"/>
                </a:solidFill>
                <a:latin typeface="+mn-lt"/>
                <a:ea typeface="+mn-lt"/>
                <a:cs typeface="+mn-lt"/>
              </a:defRPr>
            </a:lvl1pPr>
            <a:lvl2pPr marL="935550" indent="-400950" algn="l">
              <a:lnSpc>
                <a:spcPct val="110000"/>
              </a:lnSpc>
              <a:spcBef>
                <a:spcPts val="0"/>
              </a:spcBef>
              <a:spcAft>
                <a:spcPts val="2105"/>
              </a:spcAft>
              <a:buChar char="•"/>
              <a:defRPr sz="3946" b="0">
                <a:solidFill>
                  <a:schemeClr val="tx1"/>
                </a:solidFill>
                <a:latin typeface="+mn-lt"/>
                <a:ea typeface="+mn-lt"/>
                <a:cs typeface="+mn-lt"/>
              </a:defRPr>
            </a:lvl2pPr>
            <a:lvl3pPr marL="1470150" indent="-400950" algn="l">
              <a:lnSpc>
                <a:spcPct val="110000"/>
              </a:lnSpc>
              <a:spcBef>
                <a:spcPts val="0"/>
              </a:spcBef>
              <a:spcAft>
                <a:spcPts val="2105"/>
              </a:spcAft>
              <a:buChar char="•"/>
              <a:defRPr sz="3946" b="0">
                <a:solidFill>
                  <a:schemeClr val="tx1"/>
                </a:solidFill>
                <a:latin typeface="+mn-lt"/>
                <a:ea typeface="+mn-lt"/>
                <a:cs typeface="+mn-lt"/>
              </a:defRPr>
            </a:lvl3pPr>
            <a:lvl4pPr marL="2004750" indent="-400950" algn="l">
              <a:lnSpc>
                <a:spcPct val="110000"/>
              </a:lnSpc>
              <a:spcBef>
                <a:spcPts val="0"/>
              </a:spcBef>
              <a:spcAft>
                <a:spcPts val="2105"/>
              </a:spcAft>
              <a:buChar char="•"/>
              <a:defRPr sz="3946" b="0">
                <a:solidFill>
                  <a:schemeClr val="tx1"/>
                </a:solidFill>
                <a:latin typeface="+mn-lt"/>
                <a:ea typeface="+mn-lt"/>
                <a:cs typeface="+mn-lt"/>
              </a:defRPr>
            </a:lvl4pPr>
            <a:lvl5pPr marL="2539350" indent="-400950" algn="l">
              <a:lnSpc>
                <a:spcPct val="110000"/>
              </a:lnSpc>
              <a:spcBef>
                <a:spcPts val="0"/>
              </a:spcBef>
              <a:spcAft>
                <a:spcPts val="2105"/>
              </a:spcAft>
              <a:buChar char="•"/>
              <a:defRPr sz="3946" b="0">
                <a:solidFill>
                  <a:schemeClr val="tx1"/>
                </a:solidFill>
                <a:latin typeface="+mn-lt"/>
                <a:ea typeface="+mn-lt"/>
                <a:cs typeface="+mn-lt"/>
              </a:defRPr>
            </a:lvl5pPr>
            <a:lvl6pPr marL="3073950" indent="-400950" algn="l">
              <a:lnSpc>
                <a:spcPct val="110000"/>
              </a:lnSpc>
              <a:spcBef>
                <a:spcPts val="0"/>
              </a:spcBef>
              <a:spcAft>
                <a:spcPts val="2105"/>
              </a:spcAft>
              <a:buChar char="•"/>
              <a:defRPr sz="3946" b="0">
                <a:solidFill>
                  <a:schemeClr val="tx1"/>
                </a:solidFill>
                <a:latin typeface="+mn-lt"/>
                <a:ea typeface="+mn-lt"/>
                <a:cs typeface="+mn-lt"/>
              </a:defRPr>
            </a:lvl6pPr>
            <a:lvl7pPr marL="3608550" indent="-400950" algn="l">
              <a:lnSpc>
                <a:spcPct val="110000"/>
              </a:lnSpc>
              <a:spcBef>
                <a:spcPts val="0"/>
              </a:spcBef>
              <a:spcAft>
                <a:spcPts val="2105"/>
              </a:spcAft>
              <a:buChar char="•"/>
              <a:defRPr sz="3946" b="0">
                <a:solidFill>
                  <a:schemeClr val="tx1"/>
                </a:solidFill>
                <a:latin typeface="+mn-lt"/>
                <a:ea typeface="+mn-lt"/>
                <a:cs typeface="+mn-lt"/>
              </a:defRPr>
            </a:lvl7pPr>
            <a:lvl8pPr marL="4143150" indent="-400950" algn="l">
              <a:lnSpc>
                <a:spcPct val="110000"/>
              </a:lnSpc>
              <a:spcBef>
                <a:spcPts val="0"/>
              </a:spcBef>
              <a:spcAft>
                <a:spcPts val="2105"/>
              </a:spcAft>
              <a:buChar char="•"/>
              <a:defRPr sz="3946" b="0">
                <a:solidFill>
                  <a:schemeClr val="tx1"/>
                </a:solidFill>
                <a:latin typeface="+mn-lt"/>
                <a:ea typeface="+mn-lt"/>
                <a:cs typeface="+mn-lt"/>
              </a:defRPr>
            </a:lvl8pPr>
            <a:lvl9pPr marL="4677750" indent="-400950" algn="l">
              <a:lnSpc>
                <a:spcPct val="110000"/>
              </a:lnSpc>
              <a:spcBef>
                <a:spcPts val="0"/>
              </a:spcBef>
              <a:spcAft>
                <a:spcPts val="2105"/>
              </a:spcAft>
              <a:buChar char="•"/>
              <a:defRPr sz="3946"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block-1">
            <a:extLst>
              <a:ext uri="{FF2B5EF4-FFF2-40B4-BE49-F238E27FC236}">
                <a16:creationId xmlns:a16="http://schemas.microsoft.com/office/drawing/2014/main" id="{F0784A28-A7A5-4EF0-AF4F-7F4C4FCE35C8}"/>
              </a:ext>
            </a:extLst>
          </p:cNvPr>
          <p:cNvSpPr>
            <a:spLocks noGrp="1"/>
          </p:cNvSpPr>
          <p:nvPr/>
        </p:nvSpPr>
        <p:spPr>
          <a:xfrm>
            <a:off x="0" y="0"/>
            <a:ext cx="21384000" cy="1981200"/>
          </a:xfrm>
          <a:prstGeom prst="rect">
            <a:avLst/>
          </a:prstGeom>
          <a:solidFill>
            <a:srgbClr val="16324B"/>
          </a:solidFill>
          <a:ln w="0">
            <a:noFill/>
            <a:prstDash val="solid"/>
          </a:ln>
        </p:spPr>
      </p:sp>
      <p:sp>
        <p:nvSpPr>
          <p:cNvPr id="2" name="text-2">
            <a:extLst>
              <a:ext uri="{FF2B5EF4-FFF2-40B4-BE49-F238E27FC236}">
                <a16:creationId xmlns:a16="http://schemas.microsoft.com/office/drawing/2014/main" id="{B0A8F112-DA09-4831-93BC-74E59AE009BA}"/>
              </a:ext>
            </a:extLst>
          </p:cNvPr>
          <p:cNvSpPr>
            <a:spLocks noGrp="1"/>
          </p:cNvSpPr>
          <p:nvPr/>
        </p:nvSpPr>
        <p:spPr>
          <a:xfrm>
            <a:off x="761999" y="571500"/>
            <a:ext cx="2761875" cy="1000125"/>
          </a:xfrm>
          <a:prstGeom prst="rect">
            <a:avLst/>
          </a:prstGeom>
          <a:noFill/>
          <a:ln w="0">
            <a:noFill/>
            <a:prstDash val="solid"/>
          </a:ln>
        </p:spPr>
        <p:txBody>
          <a:bodyPr wrap="square" lIns="0" tIns="0" rIns="0" bIns="0" anchor="t">
            <a:noAutofit/>
          </a:bodyPr>
          <a:lstStyle>
            <a:defPPr algn="ctr">
              <a:defRPr sz="2100" b="1">
                <a:solidFill>
                  <a:srgbClr val="FFFFFF"/>
                </a:solidFill>
                <a:latin typeface="DejaVu Sans"/>
                <a:ea typeface="DejaVu Sans"/>
                <a:cs typeface="DejaVu Sans"/>
              </a:defRPr>
            </a:defPPr>
            <a:lvl1pPr algn="ctr">
              <a:defRPr sz="2100" b="1">
                <a:solidFill>
                  <a:srgbClr val="FFFFFF"/>
                </a:solidFill>
                <a:latin typeface="DejaVu Sans"/>
                <a:ea typeface="DejaVu Sans"/>
                <a:cs typeface="DejaVu Sans"/>
              </a:defRPr>
            </a:lvl1pPr>
            <a:lvl2pPr algn="ctr">
              <a:defRPr sz="2100" b="1">
                <a:solidFill>
                  <a:srgbClr val="FFFFFF"/>
                </a:solidFill>
                <a:latin typeface="DejaVu Sans"/>
                <a:ea typeface="DejaVu Sans"/>
                <a:cs typeface="DejaVu Sans"/>
              </a:defRPr>
            </a:lvl2pPr>
            <a:lvl3pPr algn="ctr">
              <a:defRPr sz="2100" b="1">
                <a:solidFill>
                  <a:srgbClr val="FFFFFF"/>
                </a:solidFill>
                <a:latin typeface="DejaVu Sans"/>
                <a:ea typeface="DejaVu Sans"/>
                <a:cs typeface="DejaVu Sans"/>
              </a:defRPr>
            </a:lvl3pPr>
            <a:lvl4pPr algn="ctr">
              <a:defRPr sz="2100" b="1">
                <a:solidFill>
                  <a:srgbClr val="FFFFFF"/>
                </a:solidFill>
                <a:latin typeface="DejaVu Sans"/>
                <a:ea typeface="DejaVu Sans"/>
                <a:cs typeface="DejaVu Sans"/>
              </a:defRPr>
            </a:lvl4pPr>
            <a:lvl5pPr algn="ctr">
              <a:defRPr sz="2100" b="1">
                <a:solidFill>
                  <a:srgbClr val="FFFFFF"/>
                </a:solidFill>
                <a:latin typeface="DejaVu Sans"/>
                <a:ea typeface="DejaVu Sans"/>
                <a:cs typeface="DejaVu Sans"/>
              </a:defRPr>
            </a:lvl5pPr>
            <a:lvl6pPr algn="ctr">
              <a:defRPr sz="2100" b="1">
                <a:solidFill>
                  <a:srgbClr val="FFFFFF"/>
                </a:solidFill>
                <a:latin typeface="DejaVu Sans"/>
                <a:ea typeface="DejaVu Sans"/>
                <a:cs typeface="DejaVu Sans"/>
              </a:defRPr>
            </a:lvl6pPr>
            <a:lvl7pPr algn="ctr">
              <a:defRPr sz="2100" b="1">
                <a:solidFill>
                  <a:srgbClr val="FFFFFF"/>
                </a:solidFill>
                <a:latin typeface="DejaVu Sans"/>
                <a:ea typeface="DejaVu Sans"/>
                <a:cs typeface="DejaVu Sans"/>
              </a:defRPr>
            </a:lvl7pPr>
            <a:lvl8pPr algn="ctr">
              <a:defRPr sz="2100" b="1">
                <a:solidFill>
                  <a:srgbClr val="FFFFFF"/>
                </a:solidFill>
                <a:latin typeface="DejaVu Sans"/>
                <a:ea typeface="DejaVu Sans"/>
                <a:cs typeface="DejaVu Sans"/>
              </a:defRPr>
            </a:lvl8pPr>
            <a:lvl9pPr algn="ctr">
              <a:defRPr sz="2100" b="1">
                <a:solidFill>
                  <a:srgbClr val="FFFFFF"/>
                </a:solidFill>
                <a:latin typeface="DejaVu Sans"/>
                <a:ea typeface="DejaVu Sans"/>
                <a:cs typeface="DejaVu Sans"/>
              </a:defRPr>
            </a:lvl9pPr>
          </a:lstStyle>
          <a:p>
            <a:pPr algn="ctr">
              <a:defRPr sz="2100" b="1">
                <a:solidFill>
                  <a:srgbClr val="FFFFFF"/>
                </a:solidFill>
                <a:latin typeface="DejaVu Sans"/>
                <a:ea typeface="DejaVu Sans"/>
                <a:cs typeface="DejaVu Sans"/>
              </a:defRPr>
            </a:pPr>
            <a:r>
              <a:rPr sz="2100" b="1" dirty="0">
                <a:solidFill>
                  <a:srgbClr val="FFFFFF"/>
                </a:solidFill>
                <a:latin typeface="DejaVu Sans"/>
                <a:ea typeface="DejaVu Sans"/>
                <a:cs typeface="DejaVu Sans"/>
              </a:rPr>
              <a:t>[</a:t>
            </a:r>
            <a:r>
              <a:rPr lang="en-US" sz="2100" b="1" dirty="0">
                <a:solidFill>
                  <a:srgbClr val="FFFFFF"/>
                </a:solidFill>
                <a:latin typeface="DejaVu Sans"/>
                <a:ea typeface="DejaVu Sans"/>
                <a:cs typeface="DejaVu Sans"/>
              </a:rPr>
              <a:t>YOUR </a:t>
            </a:r>
            <a:r>
              <a:rPr sz="2100" b="1" dirty="0">
                <a:solidFill>
                  <a:srgbClr val="FFFFFF"/>
                </a:solidFill>
                <a:latin typeface="DejaVu Sans"/>
                <a:ea typeface="DejaVu Sans"/>
                <a:cs typeface="DejaVu Sans"/>
              </a:rPr>
              <a:t>INSTITUTION</a:t>
            </a:r>
          </a:p>
          <a:p>
            <a:pPr algn="ctr">
              <a:defRPr sz="2100" b="1">
                <a:solidFill>
                  <a:srgbClr val="FFFFFF"/>
                </a:solidFill>
                <a:latin typeface="DejaVu Sans"/>
                <a:ea typeface="DejaVu Sans"/>
                <a:cs typeface="DejaVu Sans"/>
              </a:defRPr>
            </a:pPr>
            <a:r>
              <a:rPr sz="2100" b="1" dirty="0">
                <a:solidFill>
                  <a:srgbClr val="FFFFFF"/>
                </a:solidFill>
                <a:latin typeface="DejaVu Sans"/>
                <a:ea typeface="DejaVu Sans"/>
                <a:cs typeface="DejaVu Sans"/>
              </a:rPr>
              <a:t>LOGO]</a:t>
            </a:r>
          </a:p>
        </p:txBody>
      </p:sp>
      <p:sp>
        <p:nvSpPr>
          <p:cNvPr id="3" name="text-3">
            <a:extLst>
              <a:ext uri="{FF2B5EF4-FFF2-40B4-BE49-F238E27FC236}">
                <a16:creationId xmlns:a16="http://schemas.microsoft.com/office/drawing/2014/main" id="{0AEA420B-9EAB-42C4-902E-56364A2DEFD4}"/>
              </a:ext>
            </a:extLst>
          </p:cNvPr>
          <p:cNvSpPr>
            <a:spLocks noGrp="1"/>
          </p:cNvSpPr>
          <p:nvPr/>
        </p:nvSpPr>
        <p:spPr>
          <a:xfrm>
            <a:off x="3524250" y="561975"/>
            <a:ext cx="14335500" cy="552450"/>
          </a:xfrm>
          <a:prstGeom prst="rect">
            <a:avLst/>
          </a:prstGeom>
          <a:noFill/>
          <a:ln w="0">
            <a:noFill/>
            <a:prstDash val="solid"/>
          </a:ln>
        </p:spPr>
        <p:txBody>
          <a:bodyPr wrap="square" lIns="0" tIns="0" rIns="0" bIns="0" anchor="t">
            <a:noAutofit/>
          </a:bodyPr>
          <a:lstStyle>
            <a:defPPr algn="ctr">
              <a:defRPr sz="2700" b="1">
                <a:solidFill>
                  <a:srgbClr val="FFFFFF"/>
                </a:solidFill>
                <a:latin typeface="DejaVu Sans"/>
                <a:ea typeface="DejaVu Sans"/>
                <a:cs typeface="DejaVu Sans"/>
              </a:defRPr>
            </a:defPPr>
            <a:lvl1pPr algn="ctr">
              <a:defRPr sz="2700" b="1">
                <a:solidFill>
                  <a:srgbClr val="FFFFFF"/>
                </a:solidFill>
                <a:latin typeface="DejaVu Sans"/>
                <a:ea typeface="DejaVu Sans"/>
                <a:cs typeface="DejaVu Sans"/>
              </a:defRPr>
            </a:lvl1pPr>
            <a:lvl2pPr algn="ctr">
              <a:defRPr sz="2700" b="1">
                <a:solidFill>
                  <a:srgbClr val="FFFFFF"/>
                </a:solidFill>
                <a:latin typeface="DejaVu Sans"/>
                <a:ea typeface="DejaVu Sans"/>
                <a:cs typeface="DejaVu Sans"/>
              </a:defRPr>
            </a:lvl2pPr>
            <a:lvl3pPr algn="ctr">
              <a:defRPr sz="2700" b="1">
                <a:solidFill>
                  <a:srgbClr val="FFFFFF"/>
                </a:solidFill>
                <a:latin typeface="DejaVu Sans"/>
                <a:ea typeface="DejaVu Sans"/>
                <a:cs typeface="DejaVu Sans"/>
              </a:defRPr>
            </a:lvl3pPr>
            <a:lvl4pPr algn="ctr">
              <a:defRPr sz="2700" b="1">
                <a:solidFill>
                  <a:srgbClr val="FFFFFF"/>
                </a:solidFill>
                <a:latin typeface="DejaVu Sans"/>
                <a:ea typeface="DejaVu Sans"/>
                <a:cs typeface="DejaVu Sans"/>
              </a:defRPr>
            </a:lvl4pPr>
            <a:lvl5pPr algn="ctr">
              <a:defRPr sz="2700" b="1">
                <a:solidFill>
                  <a:srgbClr val="FFFFFF"/>
                </a:solidFill>
                <a:latin typeface="DejaVu Sans"/>
                <a:ea typeface="DejaVu Sans"/>
                <a:cs typeface="DejaVu Sans"/>
              </a:defRPr>
            </a:lvl5pPr>
            <a:lvl6pPr algn="ctr">
              <a:defRPr sz="2700" b="1">
                <a:solidFill>
                  <a:srgbClr val="FFFFFF"/>
                </a:solidFill>
                <a:latin typeface="DejaVu Sans"/>
                <a:ea typeface="DejaVu Sans"/>
                <a:cs typeface="DejaVu Sans"/>
              </a:defRPr>
            </a:lvl6pPr>
            <a:lvl7pPr algn="ctr">
              <a:defRPr sz="2700" b="1">
                <a:solidFill>
                  <a:srgbClr val="FFFFFF"/>
                </a:solidFill>
                <a:latin typeface="DejaVu Sans"/>
                <a:ea typeface="DejaVu Sans"/>
                <a:cs typeface="DejaVu Sans"/>
              </a:defRPr>
            </a:lvl7pPr>
            <a:lvl8pPr algn="ctr">
              <a:defRPr sz="2700" b="1">
                <a:solidFill>
                  <a:srgbClr val="FFFFFF"/>
                </a:solidFill>
                <a:latin typeface="DejaVu Sans"/>
                <a:ea typeface="DejaVu Sans"/>
                <a:cs typeface="DejaVu Sans"/>
              </a:defRPr>
            </a:lvl8pPr>
            <a:lvl9pPr algn="ctr">
              <a:defRPr sz="2700" b="1">
                <a:solidFill>
                  <a:srgbClr val="FFFFFF"/>
                </a:solidFill>
                <a:latin typeface="DejaVu Sans"/>
                <a:ea typeface="DejaVu Sans"/>
                <a:cs typeface="DejaVu Sans"/>
              </a:defRPr>
            </a:lvl9pPr>
          </a:lstStyle>
          <a:p>
            <a:pPr algn="ctr">
              <a:defRPr sz="2700" b="1">
                <a:solidFill>
                  <a:srgbClr val="FFFFFF"/>
                </a:solidFill>
                <a:latin typeface="DejaVu Sans"/>
                <a:ea typeface="DejaVu Sans"/>
                <a:cs typeface="DejaVu Sans"/>
              </a:defRPr>
            </a:pPr>
            <a:r>
              <a:rPr lang="en-US" sz="2700" b="1" dirty="0">
                <a:solidFill>
                  <a:srgbClr val="FFFFFF"/>
                </a:solidFill>
                <a:latin typeface="DejaVu Sans"/>
                <a:ea typeface="DejaVu Sans"/>
                <a:cs typeface="DejaVu Sans"/>
              </a:rPr>
              <a:t>BENGKULU-INTERNATIONAL CONFERENCE ON HEALTH (B-ICON) 2026</a:t>
            </a:r>
            <a:endParaRPr sz="2700" b="1" dirty="0">
              <a:solidFill>
                <a:srgbClr val="FFFFFF"/>
              </a:solidFill>
              <a:latin typeface="DejaVu Sans"/>
              <a:ea typeface="DejaVu Sans"/>
              <a:cs typeface="DejaVu Sans"/>
            </a:endParaRPr>
          </a:p>
        </p:txBody>
      </p:sp>
      <p:sp>
        <p:nvSpPr>
          <p:cNvPr id="4" name="text-4">
            <a:extLst>
              <a:ext uri="{FF2B5EF4-FFF2-40B4-BE49-F238E27FC236}">
                <a16:creationId xmlns:a16="http://schemas.microsoft.com/office/drawing/2014/main" id="{5921BC47-B2A4-4751-8732-FA764453AE97}"/>
              </a:ext>
            </a:extLst>
          </p:cNvPr>
          <p:cNvSpPr>
            <a:spLocks noGrp="1"/>
          </p:cNvSpPr>
          <p:nvPr/>
        </p:nvSpPr>
        <p:spPr>
          <a:xfrm>
            <a:off x="3524250" y="1162050"/>
            <a:ext cx="14335500" cy="447675"/>
          </a:xfrm>
          <a:prstGeom prst="rect">
            <a:avLst/>
          </a:prstGeom>
          <a:noFill/>
          <a:ln w="0">
            <a:noFill/>
            <a:prstDash val="solid"/>
          </a:ln>
        </p:spPr>
        <p:txBody>
          <a:bodyPr wrap="square" lIns="0" tIns="0" rIns="0" bIns="0" anchor="t">
            <a:noAutofit/>
          </a:bodyPr>
          <a:lstStyle>
            <a:defPPr algn="ctr">
              <a:defRPr sz="2175" b="0">
                <a:solidFill>
                  <a:srgbClr val="D5E5E8"/>
                </a:solidFill>
                <a:latin typeface="DejaVu Sans"/>
                <a:ea typeface="DejaVu Sans"/>
                <a:cs typeface="DejaVu Sans"/>
              </a:defRPr>
            </a:defPPr>
            <a:lvl1pPr algn="ctr">
              <a:defRPr sz="2175" b="0">
                <a:solidFill>
                  <a:srgbClr val="D5E5E8"/>
                </a:solidFill>
                <a:latin typeface="DejaVu Sans"/>
                <a:ea typeface="DejaVu Sans"/>
                <a:cs typeface="DejaVu Sans"/>
              </a:defRPr>
            </a:lvl1pPr>
            <a:lvl2pPr algn="ctr">
              <a:defRPr sz="2175" b="0">
                <a:solidFill>
                  <a:srgbClr val="D5E5E8"/>
                </a:solidFill>
                <a:latin typeface="DejaVu Sans"/>
                <a:ea typeface="DejaVu Sans"/>
                <a:cs typeface="DejaVu Sans"/>
              </a:defRPr>
            </a:lvl2pPr>
            <a:lvl3pPr algn="ctr">
              <a:defRPr sz="2175" b="0">
                <a:solidFill>
                  <a:srgbClr val="D5E5E8"/>
                </a:solidFill>
                <a:latin typeface="DejaVu Sans"/>
                <a:ea typeface="DejaVu Sans"/>
                <a:cs typeface="DejaVu Sans"/>
              </a:defRPr>
            </a:lvl3pPr>
            <a:lvl4pPr algn="ctr">
              <a:defRPr sz="2175" b="0">
                <a:solidFill>
                  <a:srgbClr val="D5E5E8"/>
                </a:solidFill>
                <a:latin typeface="DejaVu Sans"/>
                <a:ea typeface="DejaVu Sans"/>
                <a:cs typeface="DejaVu Sans"/>
              </a:defRPr>
            </a:lvl4pPr>
            <a:lvl5pPr algn="ctr">
              <a:defRPr sz="2175" b="0">
                <a:solidFill>
                  <a:srgbClr val="D5E5E8"/>
                </a:solidFill>
                <a:latin typeface="DejaVu Sans"/>
                <a:ea typeface="DejaVu Sans"/>
                <a:cs typeface="DejaVu Sans"/>
              </a:defRPr>
            </a:lvl5pPr>
            <a:lvl6pPr algn="ctr">
              <a:defRPr sz="2175" b="0">
                <a:solidFill>
                  <a:srgbClr val="D5E5E8"/>
                </a:solidFill>
                <a:latin typeface="DejaVu Sans"/>
                <a:ea typeface="DejaVu Sans"/>
                <a:cs typeface="DejaVu Sans"/>
              </a:defRPr>
            </a:lvl6pPr>
            <a:lvl7pPr algn="ctr">
              <a:defRPr sz="2175" b="0">
                <a:solidFill>
                  <a:srgbClr val="D5E5E8"/>
                </a:solidFill>
                <a:latin typeface="DejaVu Sans"/>
                <a:ea typeface="DejaVu Sans"/>
                <a:cs typeface="DejaVu Sans"/>
              </a:defRPr>
            </a:lvl7pPr>
            <a:lvl8pPr algn="ctr">
              <a:defRPr sz="2175" b="0">
                <a:solidFill>
                  <a:srgbClr val="D5E5E8"/>
                </a:solidFill>
                <a:latin typeface="DejaVu Sans"/>
                <a:ea typeface="DejaVu Sans"/>
                <a:cs typeface="DejaVu Sans"/>
              </a:defRPr>
            </a:lvl8pPr>
            <a:lvl9pPr algn="ctr">
              <a:defRPr sz="2175" b="0">
                <a:solidFill>
                  <a:srgbClr val="D5E5E8"/>
                </a:solidFill>
                <a:latin typeface="DejaVu Sans"/>
                <a:ea typeface="DejaVu Sans"/>
                <a:cs typeface="DejaVu Sans"/>
              </a:defRPr>
            </a:lvl9pPr>
          </a:lstStyle>
          <a:p>
            <a:pPr algn="ctr">
              <a:defRPr sz="2175" b="0">
                <a:solidFill>
                  <a:srgbClr val="D5E5E8"/>
                </a:solidFill>
                <a:latin typeface="DejaVu Sans"/>
                <a:ea typeface="DejaVu Sans"/>
                <a:cs typeface="DejaVu Sans"/>
              </a:defRPr>
            </a:pPr>
            <a:r>
              <a:rPr lang="en-US" dirty="0"/>
              <a:t>Bengkulu, 27-29 October 2026</a:t>
            </a:r>
            <a:endParaRPr sz="2175" b="0" dirty="0">
              <a:solidFill>
                <a:srgbClr val="D5E5E8"/>
              </a:solidFill>
              <a:latin typeface="DejaVu Sans"/>
              <a:ea typeface="DejaVu Sans"/>
              <a:cs typeface="DejaVu Sans"/>
            </a:endParaRPr>
          </a:p>
        </p:txBody>
      </p:sp>
      <p:sp>
        <p:nvSpPr>
          <p:cNvPr id="6" name="text-6">
            <a:extLst>
              <a:ext uri="{FF2B5EF4-FFF2-40B4-BE49-F238E27FC236}">
                <a16:creationId xmlns:a16="http://schemas.microsoft.com/office/drawing/2014/main" id="{D6156F0E-FCDD-45B9-954F-5026FA4181F0}"/>
              </a:ext>
            </a:extLst>
          </p:cNvPr>
          <p:cNvSpPr>
            <a:spLocks noGrp="1"/>
          </p:cNvSpPr>
          <p:nvPr/>
        </p:nvSpPr>
        <p:spPr>
          <a:xfrm>
            <a:off x="762000" y="2571750"/>
            <a:ext cx="19860000" cy="2286000"/>
          </a:xfrm>
          <a:prstGeom prst="rect">
            <a:avLst/>
          </a:prstGeom>
          <a:noFill/>
          <a:ln w="0">
            <a:noFill/>
            <a:prstDash val="solid"/>
          </a:ln>
        </p:spPr>
        <p:txBody>
          <a:bodyPr wrap="square" lIns="0" tIns="0" rIns="0" bIns="0" anchor="t">
            <a:noAutofit/>
          </a:bodyPr>
          <a:lstStyle>
            <a:defPPr algn="l">
              <a:defRPr sz="6375" b="1">
                <a:solidFill>
                  <a:srgbClr val="16324B"/>
                </a:solidFill>
                <a:latin typeface="DejaVu Sans"/>
                <a:ea typeface="DejaVu Sans"/>
                <a:cs typeface="DejaVu Sans"/>
              </a:defRPr>
            </a:defPPr>
            <a:lvl1pPr algn="l">
              <a:defRPr sz="6375" b="1">
                <a:solidFill>
                  <a:srgbClr val="16324B"/>
                </a:solidFill>
                <a:latin typeface="DejaVu Sans"/>
                <a:ea typeface="DejaVu Sans"/>
                <a:cs typeface="DejaVu Sans"/>
              </a:defRPr>
            </a:lvl1pPr>
            <a:lvl2pPr algn="l">
              <a:defRPr sz="6375" b="1">
                <a:solidFill>
                  <a:srgbClr val="16324B"/>
                </a:solidFill>
                <a:latin typeface="DejaVu Sans"/>
                <a:ea typeface="DejaVu Sans"/>
                <a:cs typeface="DejaVu Sans"/>
              </a:defRPr>
            </a:lvl2pPr>
            <a:lvl3pPr algn="l">
              <a:defRPr sz="6375" b="1">
                <a:solidFill>
                  <a:srgbClr val="16324B"/>
                </a:solidFill>
                <a:latin typeface="DejaVu Sans"/>
                <a:ea typeface="DejaVu Sans"/>
                <a:cs typeface="DejaVu Sans"/>
              </a:defRPr>
            </a:lvl3pPr>
            <a:lvl4pPr algn="l">
              <a:defRPr sz="6375" b="1">
                <a:solidFill>
                  <a:srgbClr val="16324B"/>
                </a:solidFill>
                <a:latin typeface="DejaVu Sans"/>
                <a:ea typeface="DejaVu Sans"/>
                <a:cs typeface="DejaVu Sans"/>
              </a:defRPr>
            </a:lvl4pPr>
            <a:lvl5pPr algn="l">
              <a:defRPr sz="6375" b="1">
                <a:solidFill>
                  <a:srgbClr val="16324B"/>
                </a:solidFill>
                <a:latin typeface="DejaVu Sans"/>
                <a:ea typeface="DejaVu Sans"/>
                <a:cs typeface="DejaVu Sans"/>
              </a:defRPr>
            </a:lvl5pPr>
            <a:lvl6pPr algn="l">
              <a:defRPr sz="6375" b="1">
                <a:solidFill>
                  <a:srgbClr val="16324B"/>
                </a:solidFill>
                <a:latin typeface="DejaVu Sans"/>
                <a:ea typeface="DejaVu Sans"/>
                <a:cs typeface="DejaVu Sans"/>
              </a:defRPr>
            </a:lvl6pPr>
            <a:lvl7pPr algn="l">
              <a:defRPr sz="6375" b="1">
                <a:solidFill>
                  <a:srgbClr val="16324B"/>
                </a:solidFill>
                <a:latin typeface="DejaVu Sans"/>
                <a:ea typeface="DejaVu Sans"/>
                <a:cs typeface="DejaVu Sans"/>
              </a:defRPr>
            </a:lvl7pPr>
            <a:lvl8pPr algn="l">
              <a:defRPr sz="6375" b="1">
                <a:solidFill>
                  <a:srgbClr val="16324B"/>
                </a:solidFill>
                <a:latin typeface="DejaVu Sans"/>
                <a:ea typeface="DejaVu Sans"/>
                <a:cs typeface="DejaVu Sans"/>
              </a:defRPr>
            </a:lvl8pPr>
            <a:lvl9pPr algn="l">
              <a:defRPr sz="6375" b="1">
                <a:solidFill>
                  <a:srgbClr val="16324B"/>
                </a:solidFill>
                <a:latin typeface="DejaVu Sans"/>
                <a:ea typeface="DejaVu Sans"/>
                <a:cs typeface="DejaVu Sans"/>
              </a:defRPr>
            </a:lvl9pPr>
          </a:lstStyle>
          <a:p>
            <a:pPr algn="l">
              <a:defRPr sz="6375" b="1">
                <a:solidFill>
                  <a:srgbClr val="16324B"/>
                </a:solidFill>
                <a:latin typeface="DejaVu Sans"/>
                <a:ea typeface="DejaVu Sans"/>
                <a:cs typeface="DejaVu Sans"/>
              </a:defRPr>
            </a:pPr>
            <a:r>
              <a:rPr sz="6375" b="1">
                <a:solidFill>
                  <a:srgbClr val="16324B"/>
                </a:solidFill>
                <a:latin typeface="DejaVu Sans"/>
                <a:ea typeface="DejaVu Sans"/>
                <a:cs typeface="DejaVu Sans"/>
              </a:rPr>
              <a:t>[Your Research Title Goes Here:</a:t>
            </a:r>
          </a:p>
          <a:p>
            <a:pPr algn="l">
              <a:defRPr sz="6375" b="1">
                <a:solidFill>
                  <a:srgbClr val="16324B"/>
                </a:solidFill>
                <a:latin typeface="DejaVu Sans"/>
                <a:ea typeface="DejaVu Sans"/>
                <a:cs typeface="DejaVu Sans"/>
              </a:defRPr>
            </a:pPr>
            <a:r>
              <a:rPr sz="6375" b="1">
                <a:solidFill>
                  <a:srgbClr val="16324B"/>
                </a:solidFill>
                <a:latin typeface="DejaVu Sans"/>
                <a:ea typeface="DejaVu Sans"/>
                <a:cs typeface="DejaVu Sans"/>
              </a:rPr>
              <a:t>A Clear, Specific Main Message]</a:t>
            </a:r>
          </a:p>
        </p:txBody>
      </p:sp>
      <p:sp>
        <p:nvSpPr>
          <p:cNvPr id="7" name="text-7">
            <a:extLst>
              <a:ext uri="{FF2B5EF4-FFF2-40B4-BE49-F238E27FC236}">
                <a16:creationId xmlns:a16="http://schemas.microsoft.com/office/drawing/2014/main" id="{11E8DC82-FF22-4BA8-834C-3887CCDCDA48}"/>
              </a:ext>
            </a:extLst>
          </p:cNvPr>
          <p:cNvSpPr>
            <a:spLocks noGrp="1"/>
          </p:cNvSpPr>
          <p:nvPr/>
        </p:nvSpPr>
        <p:spPr>
          <a:xfrm>
            <a:off x="762000" y="5143500"/>
            <a:ext cx="19860000" cy="619125"/>
          </a:xfrm>
          <a:prstGeom prst="rect">
            <a:avLst/>
          </a:prstGeom>
          <a:noFill/>
          <a:ln w="0">
            <a:noFill/>
            <a:prstDash val="solid"/>
          </a:ln>
        </p:spPr>
        <p:txBody>
          <a:bodyPr wrap="square" lIns="0" tIns="0" rIns="0" bIns="0" anchor="t">
            <a:noAutofit/>
          </a:bodyPr>
          <a:lstStyle>
            <a:defPPr algn="l">
              <a:defRPr sz="3225" b="1">
                <a:solidFill>
                  <a:srgbClr val="293F50"/>
                </a:solidFill>
                <a:latin typeface="DejaVu Sans"/>
                <a:ea typeface="DejaVu Sans"/>
                <a:cs typeface="DejaVu Sans"/>
              </a:defRPr>
            </a:defPPr>
            <a:lvl1pPr algn="l">
              <a:defRPr sz="3225" b="1">
                <a:solidFill>
                  <a:srgbClr val="293F50"/>
                </a:solidFill>
                <a:latin typeface="DejaVu Sans"/>
                <a:ea typeface="DejaVu Sans"/>
                <a:cs typeface="DejaVu Sans"/>
              </a:defRPr>
            </a:lvl1pPr>
            <a:lvl2pPr algn="l">
              <a:defRPr sz="3225" b="1">
                <a:solidFill>
                  <a:srgbClr val="293F50"/>
                </a:solidFill>
                <a:latin typeface="DejaVu Sans"/>
                <a:ea typeface="DejaVu Sans"/>
                <a:cs typeface="DejaVu Sans"/>
              </a:defRPr>
            </a:lvl2pPr>
            <a:lvl3pPr algn="l">
              <a:defRPr sz="3225" b="1">
                <a:solidFill>
                  <a:srgbClr val="293F50"/>
                </a:solidFill>
                <a:latin typeface="DejaVu Sans"/>
                <a:ea typeface="DejaVu Sans"/>
                <a:cs typeface="DejaVu Sans"/>
              </a:defRPr>
            </a:lvl3pPr>
            <a:lvl4pPr algn="l">
              <a:defRPr sz="3225" b="1">
                <a:solidFill>
                  <a:srgbClr val="293F50"/>
                </a:solidFill>
                <a:latin typeface="DejaVu Sans"/>
                <a:ea typeface="DejaVu Sans"/>
                <a:cs typeface="DejaVu Sans"/>
              </a:defRPr>
            </a:lvl4pPr>
            <a:lvl5pPr algn="l">
              <a:defRPr sz="3225" b="1">
                <a:solidFill>
                  <a:srgbClr val="293F50"/>
                </a:solidFill>
                <a:latin typeface="DejaVu Sans"/>
                <a:ea typeface="DejaVu Sans"/>
                <a:cs typeface="DejaVu Sans"/>
              </a:defRPr>
            </a:lvl5pPr>
            <a:lvl6pPr algn="l">
              <a:defRPr sz="3225" b="1">
                <a:solidFill>
                  <a:srgbClr val="293F50"/>
                </a:solidFill>
                <a:latin typeface="DejaVu Sans"/>
                <a:ea typeface="DejaVu Sans"/>
                <a:cs typeface="DejaVu Sans"/>
              </a:defRPr>
            </a:lvl6pPr>
            <a:lvl7pPr algn="l">
              <a:defRPr sz="3225" b="1">
                <a:solidFill>
                  <a:srgbClr val="293F50"/>
                </a:solidFill>
                <a:latin typeface="DejaVu Sans"/>
                <a:ea typeface="DejaVu Sans"/>
                <a:cs typeface="DejaVu Sans"/>
              </a:defRPr>
            </a:lvl7pPr>
            <a:lvl8pPr algn="l">
              <a:defRPr sz="3225" b="1">
                <a:solidFill>
                  <a:srgbClr val="293F50"/>
                </a:solidFill>
                <a:latin typeface="DejaVu Sans"/>
                <a:ea typeface="DejaVu Sans"/>
                <a:cs typeface="DejaVu Sans"/>
              </a:defRPr>
            </a:lvl8pPr>
            <a:lvl9pPr algn="l">
              <a:defRPr sz="3225" b="1">
                <a:solidFill>
                  <a:srgbClr val="293F50"/>
                </a:solidFill>
                <a:latin typeface="DejaVu Sans"/>
                <a:ea typeface="DejaVu Sans"/>
                <a:cs typeface="DejaVu Sans"/>
              </a:defRPr>
            </a:lvl9pPr>
          </a:lstStyle>
          <a:p>
            <a:pPr algn="l">
              <a:defRPr sz="3225" b="1">
                <a:solidFill>
                  <a:srgbClr val="293F50"/>
                </a:solidFill>
                <a:latin typeface="DejaVu Sans"/>
                <a:ea typeface="DejaVu Sans"/>
                <a:cs typeface="DejaVu Sans"/>
              </a:defRPr>
            </a:pPr>
            <a:r>
              <a:rPr sz="3225" b="1">
                <a:solidFill>
                  <a:srgbClr val="293F50"/>
                </a:solidFill>
                <a:latin typeface="DejaVu Sans"/>
                <a:ea typeface="DejaVu Sans"/>
                <a:cs typeface="DejaVu Sans"/>
              </a:rPr>
              <a:t>[First Author]¹*, [Second Author]², [Third Author]¹</a:t>
            </a:r>
          </a:p>
        </p:txBody>
      </p:sp>
      <p:sp>
        <p:nvSpPr>
          <p:cNvPr id="8" name="text-8">
            <a:extLst>
              <a:ext uri="{FF2B5EF4-FFF2-40B4-BE49-F238E27FC236}">
                <a16:creationId xmlns:a16="http://schemas.microsoft.com/office/drawing/2014/main" id="{78A504AF-1B0F-4DFF-9DCF-936418879903}"/>
              </a:ext>
            </a:extLst>
          </p:cNvPr>
          <p:cNvSpPr>
            <a:spLocks noGrp="1"/>
          </p:cNvSpPr>
          <p:nvPr/>
        </p:nvSpPr>
        <p:spPr>
          <a:xfrm>
            <a:off x="762000" y="5838825"/>
            <a:ext cx="19860000" cy="552450"/>
          </a:xfrm>
          <a:prstGeom prst="rect">
            <a:avLst/>
          </a:prstGeom>
          <a:noFill/>
          <a:ln w="0">
            <a:noFill/>
            <a:prstDash val="solid"/>
          </a:ln>
        </p:spPr>
        <p:txBody>
          <a:bodyPr wrap="square" lIns="0" tIns="0" rIns="0" bIns="0" anchor="t">
            <a:noAutofit/>
          </a:bodyPr>
          <a:lstStyle>
            <a:defPPr algn="l">
              <a:defRPr sz="2475" b="0">
                <a:solidFill>
                  <a:srgbClr val="58707E"/>
                </a:solidFill>
                <a:latin typeface="DejaVu Sans"/>
                <a:ea typeface="DejaVu Sans"/>
                <a:cs typeface="DejaVu Sans"/>
              </a:defRPr>
            </a:defPPr>
            <a:lvl1pPr algn="l">
              <a:defRPr sz="2475" b="0">
                <a:solidFill>
                  <a:srgbClr val="58707E"/>
                </a:solidFill>
                <a:latin typeface="DejaVu Sans"/>
                <a:ea typeface="DejaVu Sans"/>
                <a:cs typeface="DejaVu Sans"/>
              </a:defRPr>
            </a:lvl1pPr>
            <a:lvl2pPr algn="l">
              <a:defRPr sz="2475" b="0">
                <a:solidFill>
                  <a:srgbClr val="58707E"/>
                </a:solidFill>
                <a:latin typeface="DejaVu Sans"/>
                <a:ea typeface="DejaVu Sans"/>
                <a:cs typeface="DejaVu Sans"/>
              </a:defRPr>
            </a:lvl2pPr>
            <a:lvl3pPr algn="l">
              <a:defRPr sz="2475" b="0">
                <a:solidFill>
                  <a:srgbClr val="58707E"/>
                </a:solidFill>
                <a:latin typeface="DejaVu Sans"/>
                <a:ea typeface="DejaVu Sans"/>
                <a:cs typeface="DejaVu Sans"/>
              </a:defRPr>
            </a:lvl3pPr>
            <a:lvl4pPr algn="l">
              <a:defRPr sz="2475" b="0">
                <a:solidFill>
                  <a:srgbClr val="58707E"/>
                </a:solidFill>
                <a:latin typeface="DejaVu Sans"/>
                <a:ea typeface="DejaVu Sans"/>
                <a:cs typeface="DejaVu Sans"/>
              </a:defRPr>
            </a:lvl4pPr>
            <a:lvl5pPr algn="l">
              <a:defRPr sz="2475" b="0">
                <a:solidFill>
                  <a:srgbClr val="58707E"/>
                </a:solidFill>
                <a:latin typeface="DejaVu Sans"/>
                <a:ea typeface="DejaVu Sans"/>
                <a:cs typeface="DejaVu Sans"/>
              </a:defRPr>
            </a:lvl5pPr>
            <a:lvl6pPr algn="l">
              <a:defRPr sz="2475" b="0">
                <a:solidFill>
                  <a:srgbClr val="58707E"/>
                </a:solidFill>
                <a:latin typeface="DejaVu Sans"/>
                <a:ea typeface="DejaVu Sans"/>
                <a:cs typeface="DejaVu Sans"/>
              </a:defRPr>
            </a:lvl6pPr>
            <a:lvl7pPr algn="l">
              <a:defRPr sz="2475" b="0">
                <a:solidFill>
                  <a:srgbClr val="58707E"/>
                </a:solidFill>
                <a:latin typeface="DejaVu Sans"/>
                <a:ea typeface="DejaVu Sans"/>
                <a:cs typeface="DejaVu Sans"/>
              </a:defRPr>
            </a:lvl7pPr>
            <a:lvl8pPr algn="l">
              <a:defRPr sz="2475" b="0">
                <a:solidFill>
                  <a:srgbClr val="58707E"/>
                </a:solidFill>
                <a:latin typeface="DejaVu Sans"/>
                <a:ea typeface="DejaVu Sans"/>
                <a:cs typeface="DejaVu Sans"/>
              </a:defRPr>
            </a:lvl8pPr>
            <a:lvl9pPr algn="l">
              <a:defRPr sz="2475" b="0">
                <a:solidFill>
                  <a:srgbClr val="58707E"/>
                </a:solidFill>
                <a:latin typeface="DejaVu Sans"/>
                <a:ea typeface="DejaVu Sans"/>
                <a:cs typeface="DejaVu Sans"/>
              </a:defRPr>
            </a:lvl9pPr>
          </a:lstStyle>
          <a:p>
            <a:pPr algn="l">
              <a:defRPr sz="2475" b="0">
                <a:solidFill>
                  <a:srgbClr val="58707E"/>
                </a:solidFill>
                <a:latin typeface="DejaVu Sans"/>
                <a:ea typeface="DejaVu Sans"/>
                <a:cs typeface="DejaVu Sans"/>
              </a:defRPr>
            </a:pPr>
            <a:r>
              <a:rPr sz="2475" b="0">
                <a:solidFill>
                  <a:srgbClr val="58707E"/>
                </a:solidFill>
                <a:latin typeface="DejaVu Sans"/>
                <a:ea typeface="DejaVu Sans"/>
                <a:cs typeface="DejaVu Sans"/>
              </a:rPr>
              <a:t>¹ [Department, University, Country]   ² [Department, University, Country]</a:t>
            </a:r>
          </a:p>
        </p:txBody>
      </p:sp>
      <p:sp>
        <p:nvSpPr>
          <p:cNvPr id="9" name="text-9">
            <a:extLst>
              <a:ext uri="{FF2B5EF4-FFF2-40B4-BE49-F238E27FC236}">
                <a16:creationId xmlns:a16="http://schemas.microsoft.com/office/drawing/2014/main" id="{350C095C-0185-464C-AD62-B8644501225D}"/>
              </a:ext>
            </a:extLst>
          </p:cNvPr>
          <p:cNvSpPr>
            <a:spLocks noGrp="1"/>
          </p:cNvSpPr>
          <p:nvPr/>
        </p:nvSpPr>
        <p:spPr>
          <a:xfrm>
            <a:off x="762000" y="6457950"/>
            <a:ext cx="19860000" cy="476250"/>
          </a:xfrm>
          <a:prstGeom prst="rect">
            <a:avLst/>
          </a:prstGeom>
          <a:noFill/>
          <a:ln w="0">
            <a:noFill/>
            <a:prstDash val="solid"/>
          </a:ln>
        </p:spPr>
        <p:txBody>
          <a:bodyPr wrap="square" lIns="0" tIns="0" rIns="0" bIns="0" anchor="t">
            <a:noAutofit/>
          </a:bodyPr>
          <a:lstStyle>
            <a:defPPr algn="l">
              <a:defRPr sz="2325" b="0">
                <a:solidFill>
                  <a:srgbClr val="58707E"/>
                </a:solidFill>
                <a:latin typeface="DejaVu Sans"/>
                <a:ea typeface="DejaVu Sans"/>
                <a:cs typeface="DejaVu Sans"/>
              </a:defRPr>
            </a:defPPr>
            <a:lvl1pPr algn="l">
              <a:defRPr sz="2325" b="0">
                <a:solidFill>
                  <a:srgbClr val="58707E"/>
                </a:solidFill>
                <a:latin typeface="DejaVu Sans"/>
                <a:ea typeface="DejaVu Sans"/>
                <a:cs typeface="DejaVu Sans"/>
              </a:defRPr>
            </a:lvl1pPr>
            <a:lvl2pPr algn="l">
              <a:defRPr sz="2325" b="0">
                <a:solidFill>
                  <a:srgbClr val="58707E"/>
                </a:solidFill>
                <a:latin typeface="DejaVu Sans"/>
                <a:ea typeface="DejaVu Sans"/>
                <a:cs typeface="DejaVu Sans"/>
              </a:defRPr>
            </a:lvl2pPr>
            <a:lvl3pPr algn="l">
              <a:defRPr sz="2325" b="0">
                <a:solidFill>
                  <a:srgbClr val="58707E"/>
                </a:solidFill>
                <a:latin typeface="DejaVu Sans"/>
                <a:ea typeface="DejaVu Sans"/>
                <a:cs typeface="DejaVu Sans"/>
              </a:defRPr>
            </a:lvl3pPr>
            <a:lvl4pPr algn="l">
              <a:defRPr sz="2325" b="0">
                <a:solidFill>
                  <a:srgbClr val="58707E"/>
                </a:solidFill>
                <a:latin typeface="DejaVu Sans"/>
                <a:ea typeface="DejaVu Sans"/>
                <a:cs typeface="DejaVu Sans"/>
              </a:defRPr>
            </a:lvl4pPr>
            <a:lvl5pPr algn="l">
              <a:defRPr sz="2325" b="0">
                <a:solidFill>
                  <a:srgbClr val="58707E"/>
                </a:solidFill>
                <a:latin typeface="DejaVu Sans"/>
                <a:ea typeface="DejaVu Sans"/>
                <a:cs typeface="DejaVu Sans"/>
              </a:defRPr>
            </a:lvl5pPr>
            <a:lvl6pPr algn="l">
              <a:defRPr sz="2325" b="0">
                <a:solidFill>
                  <a:srgbClr val="58707E"/>
                </a:solidFill>
                <a:latin typeface="DejaVu Sans"/>
                <a:ea typeface="DejaVu Sans"/>
                <a:cs typeface="DejaVu Sans"/>
              </a:defRPr>
            </a:lvl6pPr>
            <a:lvl7pPr algn="l">
              <a:defRPr sz="2325" b="0">
                <a:solidFill>
                  <a:srgbClr val="58707E"/>
                </a:solidFill>
                <a:latin typeface="DejaVu Sans"/>
                <a:ea typeface="DejaVu Sans"/>
                <a:cs typeface="DejaVu Sans"/>
              </a:defRPr>
            </a:lvl7pPr>
            <a:lvl8pPr algn="l">
              <a:defRPr sz="2325" b="0">
                <a:solidFill>
                  <a:srgbClr val="58707E"/>
                </a:solidFill>
                <a:latin typeface="DejaVu Sans"/>
                <a:ea typeface="DejaVu Sans"/>
                <a:cs typeface="DejaVu Sans"/>
              </a:defRPr>
            </a:lvl8pPr>
            <a:lvl9pPr algn="l">
              <a:defRPr sz="2325" b="0">
                <a:solidFill>
                  <a:srgbClr val="58707E"/>
                </a:solidFill>
                <a:latin typeface="DejaVu Sans"/>
                <a:ea typeface="DejaVu Sans"/>
                <a:cs typeface="DejaVu Sans"/>
              </a:defRPr>
            </a:lvl9pPr>
          </a:lstStyle>
          <a:p>
            <a:pPr algn="l">
              <a:defRPr sz="2325" b="0">
                <a:solidFill>
                  <a:srgbClr val="58707E"/>
                </a:solidFill>
                <a:latin typeface="DejaVu Sans"/>
                <a:ea typeface="DejaVu Sans"/>
                <a:cs typeface="DejaVu Sans"/>
              </a:defRPr>
            </a:pPr>
            <a:r>
              <a:rPr sz="2325" b="0">
                <a:solidFill>
                  <a:srgbClr val="58707E"/>
                </a:solidFill>
                <a:latin typeface="DejaVu Sans"/>
                <a:ea typeface="DejaVu Sans"/>
                <a:cs typeface="DejaVu Sans"/>
              </a:rPr>
              <a:t>* Corresponding author: [email@institution.edu]     Poster ID: [ID]</a:t>
            </a:r>
          </a:p>
        </p:txBody>
      </p:sp>
      <p:sp>
        <p:nvSpPr>
          <p:cNvPr id="10" name="block-10">
            <a:extLst>
              <a:ext uri="{FF2B5EF4-FFF2-40B4-BE49-F238E27FC236}">
                <a16:creationId xmlns:a16="http://schemas.microsoft.com/office/drawing/2014/main" id="{A5201554-5503-48F6-92AA-44379C448CBB}"/>
              </a:ext>
            </a:extLst>
          </p:cNvPr>
          <p:cNvSpPr>
            <a:spLocks noGrp="1"/>
          </p:cNvSpPr>
          <p:nvPr/>
        </p:nvSpPr>
        <p:spPr>
          <a:xfrm>
            <a:off x="762000" y="7505700"/>
            <a:ext cx="19860000" cy="1809750"/>
          </a:xfrm>
          <a:prstGeom prst="rect">
            <a:avLst/>
          </a:prstGeom>
          <a:solidFill>
            <a:srgbClr val="EDF4F3"/>
          </a:solidFill>
          <a:ln w="0">
            <a:noFill/>
            <a:prstDash val="solid"/>
          </a:ln>
        </p:spPr>
      </p:sp>
      <p:sp>
        <p:nvSpPr>
          <p:cNvPr id="11" name="text-11">
            <a:extLst>
              <a:ext uri="{FF2B5EF4-FFF2-40B4-BE49-F238E27FC236}">
                <a16:creationId xmlns:a16="http://schemas.microsoft.com/office/drawing/2014/main" id="{375AA6B2-F076-4C98-AD6B-B8D701526C3A}"/>
              </a:ext>
            </a:extLst>
          </p:cNvPr>
          <p:cNvSpPr>
            <a:spLocks noGrp="1"/>
          </p:cNvSpPr>
          <p:nvPr/>
        </p:nvSpPr>
        <p:spPr>
          <a:xfrm>
            <a:off x="1066800" y="7772400"/>
            <a:ext cx="3524250" cy="438150"/>
          </a:xfrm>
          <a:prstGeom prst="rect">
            <a:avLst/>
          </a:prstGeom>
          <a:noFill/>
          <a:ln w="0">
            <a:noFill/>
            <a:prstDash val="solid"/>
          </a:ln>
        </p:spPr>
        <p:txBody>
          <a:bodyPr wrap="square" lIns="0" tIns="0" rIns="0" bIns="0" anchor="t">
            <a:noAutofit/>
          </a:bodyPr>
          <a:lstStyle>
            <a:defPPr algn="l">
              <a:defRPr sz="2175" b="1">
                <a:solidFill>
                  <a:srgbClr val="287D80"/>
                </a:solidFill>
                <a:latin typeface="DejaVu Sans"/>
                <a:ea typeface="DejaVu Sans"/>
                <a:cs typeface="DejaVu Sans"/>
              </a:defRPr>
            </a:defPPr>
            <a:lvl1pPr algn="l">
              <a:defRPr sz="2175" b="1">
                <a:solidFill>
                  <a:srgbClr val="287D80"/>
                </a:solidFill>
                <a:latin typeface="DejaVu Sans"/>
                <a:ea typeface="DejaVu Sans"/>
                <a:cs typeface="DejaVu Sans"/>
              </a:defRPr>
            </a:lvl1pPr>
            <a:lvl2pPr algn="l">
              <a:defRPr sz="2175" b="1">
                <a:solidFill>
                  <a:srgbClr val="287D80"/>
                </a:solidFill>
                <a:latin typeface="DejaVu Sans"/>
                <a:ea typeface="DejaVu Sans"/>
                <a:cs typeface="DejaVu Sans"/>
              </a:defRPr>
            </a:lvl2pPr>
            <a:lvl3pPr algn="l">
              <a:defRPr sz="2175" b="1">
                <a:solidFill>
                  <a:srgbClr val="287D80"/>
                </a:solidFill>
                <a:latin typeface="DejaVu Sans"/>
                <a:ea typeface="DejaVu Sans"/>
                <a:cs typeface="DejaVu Sans"/>
              </a:defRPr>
            </a:lvl3pPr>
            <a:lvl4pPr algn="l">
              <a:defRPr sz="2175" b="1">
                <a:solidFill>
                  <a:srgbClr val="287D80"/>
                </a:solidFill>
                <a:latin typeface="DejaVu Sans"/>
                <a:ea typeface="DejaVu Sans"/>
                <a:cs typeface="DejaVu Sans"/>
              </a:defRPr>
            </a:lvl4pPr>
            <a:lvl5pPr algn="l">
              <a:defRPr sz="2175" b="1">
                <a:solidFill>
                  <a:srgbClr val="287D80"/>
                </a:solidFill>
                <a:latin typeface="DejaVu Sans"/>
                <a:ea typeface="DejaVu Sans"/>
                <a:cs typeface="DejaVu Sans"/>
              </a:defRPr>
            </a:lvl5pPr>
            <a:lvl6pPr algn="l">
              <a:defRPr sz="2175" b="1">
                <a:solidFill>
                  <a:srgbClr val="287D80"/>
                </a:solidFill>
                <a:latin typeface="DejaVu Sans"/>
                <a:ea typeface="DejaVu Sans"/>
                <a:cs typeface="DejaVu Sans"/>
              </a:defRPr>
            </a:lvl6pPr>
            <a:lvl7pPr algn="l">
              <a:defRPr sz="2175" b="1">
                <a:solidFill>
                  <a:srgbClr val="287D80"/>
                </a:solidFill>
                <a:latin typeface="DejaVu Sans"/>
                <a:ea typeface="DejaVu Sans"/>
                <a:cs typeface="DejaVu Sans"/>
              </a:defRPr>
            </a:lvl7pPr>
            <a:lvl8pPr algn="l">
              <a:defRPr sz="2175" b="1">
                <a:solidFill>
                  <a:srgbClr val="287D80"/>
                </a:solidFill>
                <a:latin typeface="DejaVu Sans"/>
                <a:ea typeface="DejaVu Sans"/>
                <a:cs typeface="DejaVu Sans"/>
              </a:defRPr>
            </a:lvl8pPr>
            <a:lvl9pPr algn="l">
              <a:defRPr sz="2175" b="1">
                <a:solidFill>
                  <a:srgbClr val="287D80"/>
                </a:solidFill>
                <a:latin typeface="DejaVu Sans"/>
                <a:ea typeface="DejaVu Sans"/>
                <a:cs typeface="DejaVu Sans"/>
              </a:defRPr>
            </a:lvl9pPr>
          </a:lstStyle>
          <a:p>
            <a:pPr algn="l">
              <a:defRPr sz="2175" b="1">
                <a:solidFill>
                  <a:srgbClr val="287D80"/>
                </a:solidFill>
                <a:latin typeface="DejaVu Sans"/>
                <a:ea typeface="DejaVu Sans"/>
                <a:cs typeface="DejaVu Sans"/>
              </a:defRPr>
            </a:pPr>
            <a:r>
              <a:rPr lang="en-US" sz="2175" b="1" dirty="0">
                <a:solidFill>
                  <a:srgbClr val="287D80"/>
                </a:solidFill>
                <a:latin typeface="DejaVu Sans"/>
                <a:ea typeface="DejaVu Sans"/>
                <a:cs typeface="DejaVu Sans"/>
              </a:rPr>
              <a:t>ABSTRACT</a:t>
            </a:r>
            <a:endParaRPr sz="2175" b="1" dirty="0">
              <a:solidFill>
                <a:srgbClr val="287D80"/>
              </a:solidFill>
              <a:latin typeface="DejaVu Sans"/>
              <a:ea typeface="DejaVu Sans"/>
              <a:cs typeface="DejaVu Sans"/>
            </a:endParaRPr>
          </a:p>
        </p:txBody>
      </p:sp>
      <p:sp>
        <p:nvSpPr>
          <p:cNvPr id="12" name="text-12">
            <a:extLst>
              <a:ext uri="{FF2B5EF4-FFF2-40B4-BE49-F238E27FC236}">
                <a16:creationId xmlns:a16="http://schemas.microsoft.com/office/drawing/2014/main" id="{ED725FCE-B6F5-43BD-B298-03CA60E98B01}"/>
              </a:ext>
            </a:extLst>
          </p:cNvPr>
          <p:cNvSpPr>
            <a:spLocks noGrp="1"/>
          </p:cNvSpPr>
          <p:nvPr/>
        </p:nvSpPr>
        <p:spPr>
          <a:xfrm>
            <a:off x="1066800" y="8305800"/>
            <a:ext cx="19250400" cy="876300"/>
          </a:xfrm>
          <a:prstGeom prst="rect">
            <a:avLst/>
          </a:prstGeom>
          <a:noFill/>
          <a:ln w="0">
            <a:noFill/>
            <a:prstDash val="solid"/>
          </a:ln>
        </p:spPr>
        <p:txBody>
          <a:bodyPr wrap="square" lIns="0" tIns="0" rIns="0" bIns="0" anchor="t">
            <a:noAutofit/>
          </a:bodyPr>
          <a:lstStyle>
            <a:defPPr algn="l">
              <a:defRPr sz="3375" b="1">
                <a:solidFill>
                  <a:srgbClr val="16324B"/>
                </a:solidFill>
                <a:latin typeface="DejaVu Sans"/>
                <a:ea typeface="DejaVu Sans"/>
                <a:cs typeface="DejaVu Sans"/>
              </a:defRPr>
            </a:defPPr>
            <a:lvl1pPr algn="l">
              <a:defRPr sz="3375" b="1">
                <a:solidFill>
                  <a:srgbClr val="16324B"/>
                </a:solidFill>
                <a:latin typeface="DejaVu Sans"/>
                <a:ea typeface="DejaVu Sans"/>
                <a:cs typeface="DejaVu Sans"/>
              </a:defRPr>
            </a:lvl1pPr>
            <a:lvl2pPr algn="l">
              <a:defRPr sz="3375" b="1">
                <a:solidFill>
                  <a:srgbClr val="16324B"/>
                </a:solidFill>
                <a:latin typeface="DejaVu Sans"/>
                <a:ea typeface="DejaVu Sans"/>
                <a:cs typeface="DejaVu Sans"/>
              </a:defRPr>
            </a:lvl2pPr>
            <a:lvl3pPr algn="l">
              <a:defRPr sz="3375" b="1">
                <a:solidFill>
                  <a:srgbClr val="16324B"/>
                </a:solidFill>
                <a:latin typeface="DejaVu Sans"/>
                <a:ea typeface="DejaVu Sans"/>
                <a:cs typeface="DejaVu Sans"/>
              </a:defRPr>
            </a:lvl3pPr>
            <a:lvl4pPr algn="l">
              <a:defRPr sz="3375" b="1">
                <a:solidFill>
                  <a:srgbClr val="16324B"/>
                </a:solidFill>
                <a:latin typeface="DejaVu Sans"/>
                <a:ea typeface="DejaVu Sans"/>
                <a:cs typeface="DejaVu Sans"/>
              </a:defRPr>
            </a:lvl4pPr>
            <a:lvl5pPr algn="l">
              <a:defRPr sz="3375" b="1">
                <a:solidFill>
                  <a:srgbClr val="16324B"/>
                </a:solidFill>
                <a:latin typeface="DejaVu Sans"/>
                <a:ea typeface="DejaVu Sans"/>
                <a:cs typeface="DejaVu Sans"/>
              </a:defRPr>
            </a:lvl5pPr>
            <a:lvl6pPr algn="l">
              <a:defRPr sz="3375" b="1">
                <a:solidFill>
                  <a:srgbClr val="16324B"/>
                </a:solidFill>
                <a:latin typeface="DejaVu Sans"/>
                <a:ea typeface="DejaVu Sans"/>
                <a:cs typeface="DejaVu Sans"/>
              </a:defRPr>
            </a:lvl6pPr>
            <a:lvl7pPr algn="l">
              <a:defRPr sz="3375" b="1">
                <a:solidFill>
                  <a:srgbClr val="16324B"/>
                </a:solidFill>
                <a:latin typeface="DejaVu Sans"/>
                <a:ea typeface="DejaVu Sans"/>
                <a:cs typeface="DejaVu Sans"/>
              </a:defRPr>
            </a:lvl7pPr>
            <a:lvl8pPr algn="l">
              <a:defRPr sz="3375" b="1">
                <a:solidFill>
                  <a:srgbClr val="16324B"/>
                </a:solidFill>
                <a:latin typeface="DejaVu Sans"/>
                <a:ea typeface="DejaVu Sans"/>
                <a:cs typeface="DejaVu Sans"/>
              </a:defRPr>
            </a:lvl8pPr>
            <a:lvl9pPr algn="l">
              <a:defRPr sz="3375" b="1">
                <a:solidFill>
                  <a:srgbClr val="16324B"/>
                </a:solidFill>
                <a:latin typeface="DejaVu Sans"/>
                <a:ea typeface="DejaVu Sans"/>
                <a:cs typeface="DejaVu Sans"/>
              </a:defRPr>
            </a:lvl9pPr>
          </a:lstStyle>
          <a:p>
            <a:pPr algn="l">
              <a:defRPr sz="3375" b="1">
                <a:solidFill>
                  <a:srgbClr val="16324B"/>
                </a:solidFill>
                <a:latin typeface="DejaVu Sans"/>
                <a:ea typeface="DejaVu Sans"/>
                <a:cs typeface="DejaVu Sans"/>
              </a:defRPr>
            </a:pPr>
            <a:r>
              <a:rPr sz="2700" b="1" dirty="0">
                <a:solidFill>
                  <a:srgbClr val="16324B"/>
                </a:solidFill>
                <a:latin typeface="DejaVu Sans"/>
                <a:ea typeface="DejaVu Sans"/>
                <a:cs typeface="DejaVu Sans"/>
              </a:rPr>
              <a:t>[</a:t>
            </a:r>
            <a:r>
              <a:rPr lang="en-US" sz="2700" b="1" dirty="0">
                <a:solidFill>
                  <a:srgbClr val="16324B"/>
                </a:solidFill>
                <a:latin typeface="DejaVu Sans"/>
                <a:ea typeface="DejaVu Sans"/>
                <a:cs typeface="DejaVu Sans"/>
              </a:rPr>
              <a:t>briefly summarize the aim, methods, main result and conclusion. Otherwise, use this space for your background.]</a:t>
            </a:r>
            <a:endParaRPr sz="2700" b="1" dirty="0">
              <a:solidFill>
                <a:srgbClr val="16324B"/>
              </a:solidFill>
              <a:latin typeface="DejaVu Sans"/>
              <a:ea typeface="DejaVu Sans"/>
              <a:cs typeface="DejaVu Sans"/>
            </a:endParaRPr>
          </a:p>
        </p:txBody>
      </p:sp>
      <p:sp>
        <p:nvSpPr>
          <p:cNvPr id="17" name="text-17">
            <a:extLst>
              <a:ext uri="{FF2B5EF4-FFF2-40B4-BE49-F238E27FC236}">
                <a16:creationId xmlns:a16="http://schemas.microsoft.com/office/drawing/2014/main" id="{30B28777-A1A2-4F4B-B726-6F308A3F58E8}"/>
              </a:ext>
            </a:extLst>
          </p:cNvPr>
          <p:cNvSpPr>
            <a:spLocks noGrp="1"/>
          </p:cNvSpPr>
          <p:nvPr/>
        </p:nvSpPr>
        <p:spPr>
          <a:xfrm>
            <a:off x="762000" y="10085361"/>
            <a:ext cx="628650" cy="571500"/>
          </a:xfrm>
          <a:prstGeom prst="rect">
            <a:avLst/>
          </a:prstGeom>
          <a:noFill/>
          <a:ln w="0">
            <a:noFill/>
            <a:prstDash val="solid"/>
          </a:ln>
        </p:spPr>
        <p:txBody>
          <a:bodyPr wrap="square" lIns="0" tIns="0" rIns="0" bIns="0" anchor="t">
            <a:noAutofit/>
          </a:bodyPr>
          <a:lstStyle>
            <a:defPPr algn="l">
              <a:defRPr sz="2550" b="1">
                <a:solidFill>
                  <a:srgbClr val="287D80"/>
                </a:solidFill>
                <a:latin typeface="DejaVu Sans"/>
                <a:ea typeface="DejaVu Sans"/>
                <a:cs typeface="DejaVu Sans"/>
              </a:defRPr>
            </a:defPPr>
            <a:lvl1pPr algn="l">
              <a:defRPr sz="2550" b="1">
                <a:solidFill>
                  <a:srgbClr val="287D80"/>
                </a:solidFill>
                <a:latin typeface="DejaVu Sans"/>
                <a:ea typeface="DejaVu Sans"/>
                <a:cs typeface="DejaVu Sans"/>
              </a:defRPr>
            </a:lvl1pPr>
            <a:lvl2pPr algn="l">
              <a:defRPr sz="2550" b="1">
                <a:solidFill>
                  <a:srgbClr val="287D80"/>
                </a:solidFill>
                <a:latin typeface="DejaVu Sans"/>
                <a:ea typeface="DejaVu Sans"/>
                <a:cs typeface="DejaVu Sans"/>
              </a:defRPr>
            </a:lvl2pPr>
            <a:lvl3pPr algn="l">
              <a:defRPr sz="2550" b="1">
                <a:solidFill>
                  <a:srgbClr val="287D80"/>
                </a:solidFill>
                <a:latin typeface="DejaVu Sans"/>
                <a:ea typeface="DejaVu Sans"/>
                <a:cs typeface="DejaVu Sans"/>
              </a:defRPr>
            </a:lvl3pPr>
            <a:lvl4pPr algn="l">
              <a:defRPr sz="2550" b="1">
                <a:solidFill>
                  <a:srgbClr val="287D80"/>
                </a:solidFill>
                <a:latin typeface="DejaVu Sans"/>
                <a:ea typeface="DejaVu Sans"/>
                <a:cs typeface="DejaVu Sans"/>
              </a:defRPr>
            </a:lvl4pPr>
            <a:lvl5pPr algn="l">
              <a:defRPr sz="2550" b="1">
                <a:solidFill>
                  <a:srgbClr val="287D80"/>
                </a:solidFill>
                <a:latin typeface="DejaVu Sans"/>
                <a:ea typeface="DejaVu Sans"/>
                <a:cs typeface="DejaVu Sans"/>
              </a:defRPr>
            </a:lvl5pPr>
            <a:lvl6pPr algn="l">
              <a:defRPr sz="2550" b="1">
                <a:solidFill>
                  <a:srgbClr val="287D80"/>
                </a:solidFill>
                <a:latin typeface="DejaVu Sans"/>
                <a:ea typeface="DejaVu Sans"/>
                <a:cs typeface="DejaVu Sans"/>
              </a:defRPr>
            </a:lvl6pPr>
            <a:lvl7pPr algn="l">
              <a:defRPr sz="2550" b="1">
                <a:solidFill>
                  <a:srgbClr val="287D80"/>
                </a:solidFill>
                <a:latin typeface="DejaVu Sans"/>
                <a:ea typeface="DejaVu Sans"/>
                <a:cs typeface="DejaVu Sans"/>
              </a:defRPr>
            </a:lvl7pPr>
            <a:lvl8pPr algn="l">
              <a:defRPr sz="2550" b="1">
                <a:solidFill>
                  <a:srgbClr val="287D80"/>
                </a:solidFill>
                <a:latin typeface="DejaVu Sans"/>
                <a:ea typeface="DejaVu Sans"/>
                <a:cs typeface="DejaVu Sans"/>
              </a:defRPr>
            </a:lvl8pPr>
            <a:lvl9pPr algn="l">
              <a:defRPr sz="2550" b="1">
                <a:solidFill>
                  <a:srgbClr val="287D80"/>
                </a:solidFill>
                <a:latin typeface="DejaVu Sans"/>
                <a:ea typeface="DejaVu Sans"/>
                <a:cs typeface="DejaVu Sans"/>
              </a:defRPr>
            </a:lvl9pPr>
          </a:lstStyle>
          <a:p>
            <a:pPr algn="l">
              <a:defRPr sz="2550" b="1">
                <a:solidFill>
                  <a:srgbClr val="287D80"/>
                </a:solidFill>
                <a:latin typeface="DejaVu Sans"/>
                <a:ea typeface="DejaVu Sans"/>
                <a:cs typeface="DejaVu Sans"/>
              </a:defRPr>
            </a:pPr>
            <a:r>
              <a:rPr sz="2550" b="1" dirty="0">
                <a:solidFill>
                  <a:srgbClr val="287D80"/>
                </a:solidFill>
                <a:latin typeface="DejaVu Sans"/>
                <a:ea typeface="DejaVu Sans"/>
                <a:cs typeface="DejaVu Sans"/>
              </a:rPr>
              <a:t>0</a:t>
            </a:r>
            <a:r>
              <a:rPr lang="en-US" sz="2550" b="1" dirty="0">
                <a:solidFill>
                  <a:srgbClr val="287D80"/>
                </a:solidFill>
                <a:latin typeface="DejaVu Sans"/>
                <a:ea typeface="DejaVu Sans"/>
                <a:cs typeface="DejaVu Sans"/>
              </a:rPr>
              <a:t>1</a:t>
            </a:r>
            <a:endParaRPr sz="2550" b="1" dirty="0">
              <a:solidFill>
                <a:srgbClr val="287D80"/>
              </a:solidFill>
              <a:latin typeface="DejaVu Sans"/>
              <a:ea typeface="DejaVu Sans"/>
              <a:cs typeface="DejaVu Sans"/>
            </a:endParaRPr>
          </a:p>
        </p:txBody>
      </p:sp>
      <p:sp>
        <p:nvSpPr>
          <p:cNvPr id="18" name="text-18">
            <a:extLst>
              <a:ext uri="{FF2B5EF4-FFF2-40B4-BE49-F238E27FC236}">
                <a16:creationId xmlns:a16="http://schemas.microsoft.com/office/drawing/2014/main" id="{AADA86C6-89DC-482B-8E12-C2E3FB0AD54A}"/>
              </a:ext>
            </a:extLst>
          </p:cNvPr>
          <p:cNvSpPr>
            <a:spLocks noGrp="1"/>
          </p:cNvSpPr>
          <p:nvPr/>
        </p:nvSpPr>
        <p:spPr>
          <a:xfrm>
            <a:off x="1504950" y="10056786"/>
            <a:ext cx="5067300" cy="685800"/>
          </a:xfrm>
          <a:prstGeom prst="rect">
            <a:avLst/>
          </a:prstGeom>
          <a:noFill/>
          <a:ln w="0">
            <a:noFill/>
            <a:prstDash val="solid"/>
          </a:ln>
        </p:spPr>
        <p:txBody>
          <a:bodyPr wrap="square" lIns="0" tIns="0" rIns="0" bIns="0" anchor="t">
            <a:noAutofit/>
          </a:bodyPr>
          <a:lstStyle>
            <a:defPPr algn="l">
              <a:defRPr sz="3225" b="1">
                <a:solidFill>
                  <a:srgbClr val="16324B"/>
                </a:solidFill>
                <a:latin typeface="DejaVu Sans"/>
                <a:ea typeface="DejaVu Sans"/>
                <a:cs typeface="DejaVu Sans"/>
              </a:defRPr>
            </a:defPPr>
            <a:lvl1pPr algn="l">
              <a:defRPr sz="3225" b="1">
                <a:solidFill>
                  <a:srgbClr val="16324B"/>
                </a:solidFill>
                <a:latin typeface="DejaVu Sans"/>
                <a:ea typeface="DejaVu Sans"/>
                <a:cs typeface="DejaVu Sans"/>
              </a:defRPr>
            </a:lvl1pPr>
            <a:lvl2pPr algn="l">
              <a:defRPr sz="3225" b="1">
                <a:solidFill>
                  <a:srgbClr val="16324B"/>
                </a:solidFill>
                <a:latin typeface="DejaVu Sans"/>
                <a:ea typeface="DejaVu Sans"/>
                <a:cs typeface="DejaVu Sans"/>
              </a:defRPr>
            </a:lvl2pPr>
            <a:lvl3pPr algn="l">
              <a:defRPr sz="3225" b="1">
                <a:solidFill>
                  <a:srgbClr val="16324B"/>
                </a:solidFill>
                <a:latin typeface="DejaVu Sans"/>
                <a:ea typeface="DejaVu Sans"/>
                <a:cs typeface="DejaVu Sans"/>
              </a:defRPr>
            </a:lvl3pPr>
            <a:lvl4pPr algn="l">
              <a:defRPr sz="3225" b="1">
                <a:solidFill>
                  <a:srgbClr val="16324B"/>
                </a:solidFill>
                <a:latin typeface="DejaVu Sans"/>
                <a:ea typeface="DejaVu Sans"/>
                <a:cs typeface="DejaVu Sans"/>
              </a:defRPr>
            </a:lvl4pPr>
            <a:lvl5pPr algn="l">
              <a:defRPr sz="3225" b="1">
                <a:solidFill>
                  <a:srgbClr val="16324B"/>
                </a:solidFill>
                <a:latin typeface="DejaVu Sans"/>
                <a:ea typeface="DejaVu Sans"/>
                <a:cs typeface="DejaVu Sans"/>
              </a:defRPr>
            </a:lvl5pPr>
            <a:lvl6pPr algn="l">
              <a:defRPr sz="3225" b="1">
                <a:solidFill>
                  <a:srgbClr val="16324B"/>
                </a:solidFill>
                <a:latin typeface="DejaVu Sans"/>
                <a:ea typeface="DejaVu Sans"/>
                <a:cs typeface="DejaVu Sans"/>
              </a:defRPr>
            </a:lvl6pPr>
            <a:lvl7pPr algn="l">
              <a:defRPr sz="3225" b="1">
                <a:solidFill>
                  <a:srgbClr val="16324B"/>
                </a:solidFill>
                <a:latin typeface="DejaVu Sans"/>
                <a:ea typeface="DejaVu Sans"/>
                <a:cs typeface="DejaVu Sans"/>
              </a:defRPr>
            </a:lvl7pPr>
            <a:lvl8pPr algn="l">
              <a:defRPr sz="3225" b="1">
                <a:solidFill>
                  <a:srgbClr val="16324B"/>
                </a:solidFill>
                <a:latin typeface="DejaVu Sans"/>
                <a:ea typeface="DejaVu Sans"/>
                <a:cs typeface="DejaVu Sans"/>
              </a:defRPr>
            </a:lvl8pPr>
            <a:lvl9pPr algn="l">
              <a:defRPr sz="3225" b="1">
                <a:solidFill>
                  <a:srgbClr val="16324B"/>
                </a:solidFill>
                <a:latin typeface="DejaVu Sans"/>
                <a:ea typeface="DejaVu Sans"/>
                <a:cs typeface="DejaVu Sans"/>
              </a:defRPr>
            </a:lvl9pPr>
          </a:lstStyle>
          <a:p>
            <a:pPr algn="l">
              <a:defRPr sz="3225" b="1">
                <a:solidFill>
                  <a:srgbClr val="16324B"/>
                </a:solidFill>
                <a:latin typeface="DejaVu Sans"/>
                <a:ea typeface="DejaVu Sans"/>
                <a:cs typeface="DejaVu Sans"/>
              </a:defRPr>
            </a:pPr>
            <a:r>
              <a:rPr sz="3225" b="1" dirty="0">
                <a:solidFill>
                  <a:srgbClr val="16324B"/>
                </a:solidFill>
                <a:latin typeface="DejaVu Sans"/>
                <a:ea typeface="DejaVu Sans"/>
                <a:cs typeface="DejaVu Sans"/>
              </a:rPr>
              <a:t>Background</a:t>
            </a:r>
          </a:p>
        </p:txBody>
      </p:sp>
      <p:sp>
        <p:nvSpPr>
          <p:cNvPr id="19" name="block-19">
            <a:extLst>
              <a:ext uri="{FF2B5EF4-FFF2-40B4-BE49-F238E27FC236}">
                <a16:creationId xmlns:a16="http://schemas.microsoft.com/office/drawing/2014/main" id="{F925CC02-6F94-470B-9CC0-3F4B600DA850}"/>
              </a:ext>
            </a:extLst>
          </p:cNvPr>
          <p:cNvSpPr>
            <a:spLocks noGrp="1"/>
          </p:cNvSpPr>
          <p:nvPr/>
        </p:nvSpPr>
        <p:spPr>
          <a:xfrm>
            <a:off x="762000" y="10790211"/>
            <a:ext cx="5810250" cy="19050"/>
          </a:xfrm>
          <a:prstGeom prst="rect">
            <a:avLst/>
          </a:prstGeom>
          <a:solidFill>
            <a:srgbClr val="CAD9DA"/>
          </a:solidFill>
          <a:ln w="0">
            <a:noFill/>
            <a:prstDash val="solid"/>
          </a:ln>
        </p:spPr>
      </p:sp>
      <p:sp>
        <p:nvSpPr>
          <p:cNvPr id="20" name="text-20">
            <a:extLst>
              <a:ext uri="{FF2B5EF4-FFF2-40B4-BE49-F238E27FC236}">
                <a16:creationId xmlns:a16="http://schemas.microsoft.com/office/drawing/2014/main" id="{A1893278-DE40-4B17-A892-EA28095B42FE}"/>
              </a:ext>
            </a:extLst>
          </p:cNvPr>
          <p:cNvSpPr>
            <a:spLocks noGrp="1"/>
          </p:cNvSpPr>
          <p:nvPr/>
        </p:nvSpPr>
        <p:spPr>
          <a:xfrm>
            <a:off x="762000" y="11085486"/>
            <a:ext cx="5810250" cy="2667000"/>
          </a:xfrm>
          <a:prstGeom prst="rect">
            <a:avLst/>
          </a:prstGeom>
          <a:noFill/>
          <a:ln w="0">
            <a:noFill/>
            <a:prstDash val="solid"/>
          </a:ln>
        </p:spPr>
        <p:txBody>
          <a:bodyPr wrap="square" lIns="0" tIns="0" rIns="0" bIns="0" anchor="t">
            <a:noAutofit/>
          </a:bodyPr>
          <a:lstStyle>
            <a:defPPr algn="l">
              <a:defRPr sz="2700" b="0">
                <a:solidFill>
                  <a:srgbClr val="293F50"/>
                </a:solidFill>
                <a:latin typeface="DejaVu Sans"/>
                <a:ea typeface="DejaVu Sans"/>
                <a:cs typeface="DejaVu Sans"/>
              </a:defRPr>
            </a:defPPr>
            <a:lvl1pPr algn="l">
              <a:defRPr sz="2700" b="0">
                <a:solidFill>
                  <a:srgbClr val="293F50"/>
                </a:solidFill>
                <a:latin typeface="DejaVu Sans"/>
                <a:ea typeface="DejaVu Sans"/>
                <a:cs typeface="DejaVu Sans"/>
              </a:defRPr>
            </a:lvl1pPr>
            <a:lvl2pPr algn="l">
              <a:defRPr sz="2700" b="0">
                <a:solidFill>
                  <a:srgbClr val="293F50"/>
                </a:solidFill>
                <a:latin typeface="DejaVu Sans"/>
                <a:ea typeface="DejaVu Sans"/>
                <a:cs typeface="DejaVu Sans"/>
              </a:defRPr>
            </a:lvl2pPr>
            <a:lvl3pPr algn="l">
              <a:defRPr sz="2700" b="0">
                <a:solidFill>
                  <a:srgbClr val="293F50"/>
                </a:solidFill>
                <a:latin typeface="DejaVu Sans"/>
                <a:ea typeface="DejaVu Sans"/>
                <a:cs typeface="DejaVu Sans"/>
              </a:defRPr>
            </a:lvl3pPr>
            <a:lvl4pPr algn="l">
              <a:defRPr sz="2700" b="0">
                <a:solidFill>
                  <a:srgbClr val="293F50"/>
                </a:solidFill>
                <a:latin typeface="DejaVu Sans"/>
                <a:ea typeface="DejaVu Sans"/>
                <a:cs typeface="DejaVu Sans"/>
              </a:defRPr>
            </a:lvl4pPr>
            <a:lvl5pPr algn="l">
              <a:defRPr sz="2700" b="0">
                <a:solidFill>
                  <a:srgbClr val="293F50"/>
                </a:solidFill>
                <a:latin typeface="DejaVu Sans"/>
                <a:ea typeface="DejaVu Sans"/>
                <a:cs typeface="DejaVu Sans"/>
              </a:defRPr>
            </a:lvl5pPr>
            <a:lvl6pPr algn="l">
              <a:defRPr sz="2700" b="0">
                <a:solidFill>
                  <a:srgbClr val="293F50"/>
                </a:solidFill>
                <a:latin typeface="DejaVu Sans"/>
                <a:ea typeface="DejaVu Sans"/>
                <a:cs typeface="DejaVu Sans"/>
              </a:defRPr>
            </a:lvl6pPr>
            <a:lvl7pPr algn="l">
              <a:defRPr sz="2700" b="0">
                <a:solidFill>
                  <a:srgbClr val="293F50"/>
                </a:solidFill>
                <a:latin typeface="DejaVu Sans"/>
                <a:ea typeface="DejaVu Sans"/>
                <a:cs typeface="DejaVu Sans"/>
              </a:defRPr>
            </a:lvl7pPr>
            <a:lvl8pPr algn="l">
              <a:defRPr sz="2700" b="0">
                <a:solidFill>
                  <a:srgbClr val="293F50"/>
                </a:solidFill>
                <a:latin typeface="DejaVu Sans"/>
                <a:ea typeface="DejaVu Sans"/>
                <a:cs typeface="DejaVu Sans"/>
              </a:defRPr>
            </a:lvl8pPr>
            <a:lvl9pPr algn="l">
              <a:defRPr sz="2700" b="0">
                <a:solidFill>
                  <a:srgbClr val="293F50"/>
                </a:solidFill>
                <a:latin typeface="DejaVu Sans"/>
                <a:ea typeface="DejaVu Sans"/>
                <a:cs typeface="DejaVu Sans"/>
              </a:defRPr>
            </a:lvl9pPr>
          </a:lstStyle>
          <a:p>
            <a:pPr algn="l">
              <a:defRPr sz="2700" b="0">
                <a:solidFill>
                  <a:srgbClr val="293F50"/>
                </a:solidFill>
                <a:latin typeface="DejaVu Sans"/>
                <a:ea typeface="DejaVu Sans"/>
                <a:cs typeface="DejaVu Sans"/>
              </a:defRPr>
            </a:pPr>
            <a:r>
              <a:rPr sz="2700" b="0">
                <a:solidFill>
                  <a:srgbClr val="293F50"/>
                </a:solidFill>
                <a:latin typeface="DejaVu Sans"/>
                <a:ea typeface="DejaVu Sans"/>
                <a:cs typeface="DejaVu Sans"/>
              </a:rPr>
              <a:t>[What problem does this study address?]</a:t>
            </a:r>
          </a:p>
          <a:p>
            <a:endParaRPr sz="2700" b="0">
              <a:solidFill>
                <a:srgbClr val="293F50"/>
              </a:solidFill>
              <a:latin typeface="DejaVu Sans"/>
              <a:ea typeface="DejaVu Sans"/>
              <a:cs typeface="DejaVu Sans"/>
            </a:endParaRPr>
          </a:p>
          <a:p>
            <a:pPr algn="l">
              <a:defRPr sz="2700" b="0">
                <a:solidFill>
                  <a:srgbClr val="293F50"/>
                </a:solidFill>
                <a:latin typeface="DejaVu Sans"/>
                <a:ea typeface="DejaVu Sans"/>
                <a:cs typeface="DejaVu Sans"/>
              </a:defRPr>
            </a:pPr>
            <a:r>
              <a:rPr sz="2700" b="0">
                <a:solidFill>
                  <a:srgbClr val="293F50"/>
                </a:solidFill>
                <a:latin typeface="DejaVu Sans"/>
                <a:ea typeface="DejaVu Sans"/>
                <a:cs typeface="DejaVu Sans"/>
              </a:rPr>
              <a:t>[What remains unknown, and why does this research gap matter? Cite key sources.]</a:t>
            </a:r>
          </a:p>
        </p:txBody>
      </p:sp>
      <p:sp>
        <p:nvSpPr>
          <p:cNvPr id="21" name="text-21">
            <a:extLst>
              <a:ext uri="{FF2B5EF4-FFF2-40B4-BE49-F238E27FC236}">
                <a16:creationId xmlns:a16="http://schemas.microsoft.com/office/drawing/2014/main" id="{95256512-29F8-4562-9F67-9825B3F384B8}"/>
              </a:ext>
            </a:extLst>
          </p:cNvPr>
          <p:cNvSpPr>
            <a:spLocks noGrp="1"/>
          </p:cNvSpPr>
          <p:nvPr/>
        </p:nvSpPr>
        <p:spPr>
          <a:xfrm>
            <a:off x="762000" y="14586909"/>
            <a:ext cx="628650" cy="571500"/>
          </a:xfrm>
          <a:prstGeom prst="rect">
            <a:avLst/>
          </a:prstGeom>
          <a:noFill/>
          <a:ln w="0">
            <a:noFill/>
            <a:prstDash val="solid"/>
          </a:ln>
        </p:spPr>
        <p:txBody>
          <a:bodyPr wrap="square" lIns="0" tIns="0" rIns="0" bIns="0" anchor="t">
            <a:noAutofit/>
          </a:bodyPr>
          <a:lstStyle>
            <a:defPPr algn="l">
              <a:defRPr sz="2550" b="1">
                <a:solidFill>
                  <a:srgbClr val="287D80"/>
                </a:solidFill>
                <a:latin typeface="DejaVu Sans"/>
                <a:ea typeface="DejaVu Sans"/>
                <a:cs typeface="DejaVu Sans"/>
              </a:defRPr>
            </a:defPPr>
            <a:lvl1pPr algn="l">
              <a:defRPr sz="2550" b="1">
                <a:solidFill>
                  <a:srgbClr val="287D80"/>
                </a:solidFill>
                <a:latin typeface="DejaVu Sans"/>
                <a:ea typeface="DejaVu Sans"/>
                <a:cs typeface="DejaVu Sans"/>
              </a:defRPr>
            </a:lvl1pPr>
            <a:lvl2pPr algn="l">
              <a:defRPr sz="2550" b="1">
                <a:solidFill>
                  <a:srgbClr val="287D80"/>
                </a:solidFill>
                <a:latin typeface="DejaVu Sans"/>
                <a:ea typeface="DejaVu Sans"/>
                <a:cs typeface="DejaVu Sans"/>
              </a:defRPr>
            </a:lvl2pPr>
            <a:lvl3pPr algn="l">
              <a:defRPr sz="2550" b="1">
                <a:solidFill>
                  <a:srgbClr val="287D80"/>
                </a:solidFill>
                <a:latin typeface="DejaVu Sans"/>
                <a:ea typeface="DejaVu Sans"/>
                <a:cs typeface="DejaVu Sans"/>
              </a:defRPr>
            </a:lvl3pPr>
            <a:lvl4pPr algn="l">
              <a:defRPr sz="2550" b="1">
                <a:solidFill>
                  <a:srgbClr val="287D80"/>
                </a:solidFill>
                <a:latin typeface="DejaVu Sans"/>
                <a:ea typeface="DejaVu Sans"/>
                <a:cs typeface="DejaVu Sans"/>
              </a:defRPr>
            </a:lvl4pPr>
            <a:lvl5pPr algn="l">
              <a:defRPr sz="2550" b="1">
                <a:solidFill>
                  <a:srgbClr val="287D80"/>
                </a:solidFill>
                <a:latin typeface="DejaVu Sans"/>
                <a:ea typeface="DejaVu Sans"/>
                <a:cs typeface="DejaVu Sans"/>
              </a:defRPr>
            </a:lvl5pPr>
            <a:lvl6pPr algn="l">
              <a:defRPr sz="2550" b="1">
                <a:solidFill>
                  <a:srgbClr val="287D80"/>
                </a:solidFill>
                <a:latin typeface="DejaVu Sans"/>
                <a:ea typeface="DejaVu Sans"/>
                <a:cs typeface="DejaVu Sans"/>
              </a:defRPr>
            </a:lvl6pPr>
            <a:lvl7pPr algn="l">
              <a:defRPr sz="2550" b="1">
                <a:solidFill>
                  <a:srgbClr val="287D80"/>
                </a:solidFill>
                <a:latin typeface="DejaVu Sans"/>
                <a:ea typeface="DejaVu Sans"/>
                <a:cs typeface="DejaVu Sans"/>
              </a:defRPr>
            </a:lvl7pPr>
            <a:lvl8pPr algn="l">
              <a:defRPr sz="2550" b="1">
                <a:solidFill>
                  <a:srgbClr val="287D80"/>
                </a:solidFill>
                <a:latin typeface="DejaVu Sans"/>
                <a:ea typeface="DejaVu Sans"/>
                <a:cs typeface="DejaVu Sans"/>
              </a:defRPr>
            </a:lvl8pPr>
            <a:lvl9pPr algn="l">
              <a:defRPr sz="2550" b="1">
                <a:solidFill>
                  <a:srgbClr val="287D80"/>
                </a:solidFill>
                <a:latin typeface="DejaVu Sans"/>
                <a:ea typeface="DejaVu Sans"/>
                <a:cs typeface="DejaVu Sans"/>
              </a:defRPr>
            </a:lvl9pPr>
          </a:lstStyle>
          <a:p>
            <a:pPr algn="l">
              <a:defRPr sz="2550" b="1">
                <a:solidFill>
                  <a:srgbClr val="287D80"/>
                </a:solidFill>
                <a:latin typeface="DejaVu Sans"/>
                <a:ea typeface="DejaVu Sans"/>
                <a:cs typeface="DejaVu Sans"/>
              </a:defRPr>
            </a:pPr>
            <a:r>
              <a:rPr sz="2550" b="1" dirty="0">
                <a:solidFill>
                  <a:srgbClr val="287D80"/>
                </a:solidFill>
                <a:latin typeface="DejaVu Sans"/>
                <a:ea typeface="DejaVu Sans"/>
                <a:cs typeface="DejaVu Sans"/>
              </a:rPr>
              <a:t>0</a:t>
            </a:r>
            <a:r>
              <a:rPr lang="en-US" sz="2550" b="1" dirty="0">
                <a:solidFill>
                  <a:srgbClr val="287D80"/>
                </a:solidFill>
                <a:latin typeface="DejaVu Sans"/>
                <a:ea typeface="DejaVu Sans"/>
                <a:cs typeface="DejaVu Sans"/>
              </a:rPr>
              <a:t>2</a:t>
            </a:r>
            <a:endParaRPr sz="2550" b="1" dirty="0">
              <a:solidFill>
                <a:srgbClr val="287D80"/>
              </a:solidFill>
              <a:latin typeface="DejaVu Sans"/>
              <a:ea typeface="DejaVu Sans"/>
              <a:cs typeface="DejaVu Sans"/>
            </a:endParaRPr>
          </a:p>
        </p:txBody>
      </p:sp>
      <p:sp>
        <p:nvSpPr>
          <p:cNvPr id="22" name="text-22">
            <a:extLst>
              <a:ext uri="{FF2B5EF4-FFF2-40B4-BE49-F238E27FC236}">
                <a16:creationId xmlns:a16="http://schemas.microsoft.com/office/drawing/2014/main" id="{A0FE6E45-357C-4209-B961-56B751F1DE46}"/>
              </a:ext>
            </a:extLst>
          </p:cNvPr>
          <p:cNvSpPr>
            <a:spLocks noGrp="1"/>
          </p:cNvSpPr>
          <p:nvPr/>
        </p:nvSpPr>
        <p:spPr>
          <a:xfrm>
            <a:off x="1504950" y="14558334"/>
            <a:ext cx="5067300" cy="685800"/>
          </a:xfrm>
          <a:prstGeom prst="rect">
            <a:avLst/>
          </a:prstGeom>
          <a:noFill/>
          <a:ln w="0">
            <a:noFill/>
            <a:prstDash val="solid"/>
          </a:ln>
        </p:spPr>
        <p:txBody>
          <a:bodyPr wrap="square" lIns="0" tIns="0" rIns="0" bIns="0" anchor="t">
            <a:noAutofit/>
          </a:bodyPr>
          <a:lstStyle>
            <a:defPPr algn="l">
              <a:defRPr sz="3225" b="1">
                <a:solidFill>
                  <a:srgbClr val="16324B"/>
                </a:solidFill>
                <a:latin typeface="DejaVu Sans"/>
                <a:ea typeface="DejaVu Sans"/>
                <a:cs typeface="DejaVu Sans"/>
              </a:defRPr>
            </a:defPPr>
            <a:lvl1pPr algn="l">
              <a:defRPr sz="3225" b="1">
                <a:solidFill>
                  <a:srgbClr val="16324B"/>
                </a:solidFill>
                <a:latin typeface="DejaVu Sans"/>
                <a:ea typeface="DejaVu Sans"/>
                <a:cs typeface="DejaVu Sans"/>
              </a:defRPr>
            </a:lvl1pPr>
            <a:lvl2pPr algn="l">
              <a:defRPr sz="3225" b="1">
                <a:solidFill>
                  <a:srgbClr val="16324B"/>
                </a:solidFill>
                <a:latin typeface="DejaVu Sans"/>
                <a:ea typeface="DejaVu Sans"/>
                <a:cs typeface="DejaVu Sans"/>
              </a:defRPr>
            </a:lvl2pPr>
            <a:lvl3pPr algn="l">
              <a:defRPr sz="3225" b="1">
                <a:solidFill>
                  <a:srgbClr val="16324B"/>
                </a:solidFill>
                <a:latin typeface="DejaVu Sans"/>
                <a:ea typeface="DejaVu Sans"/>
                <a:cs typeface="DejaVu Sans"/>
              </a:defRPr>
            </a:lvl3pPr>
            <a:lvl4pPr algn="l">
              <a:defRPr sz="3225" b="1">
                <a:solidFill>
                  <a:srgbClr val="16324B"/>
                </a:solidFill>
                <a:latin typeface="DejaVu Sans"/>
                <a:ea typeface="DejaVu Sans"/>
                <a:cs typeface="DejaVu Sans"/>
              </a:defRPr>
            </a:lvl4pPr>
            <a:lvl5pPr algn="l">
              <a:defRPr sz="3225" b="1">
                <a:solidFill>
                  <a:srgbClr val="16324B"/>
                </a:solidFill>
                <a:latin typeface="DejaVu Sans"/>
                <a:ea typeface="DejaVu Sans"/>
                <a:cs typeface="DejaVu Sans"/>
              </a:defRPr>
            </a:lvl5pPr>
            <a:lvl6pPr algn="l">
              <a:defRPr sz="3225" b="1">
                <a:solidFill>
                  <a:srgbClr val="16324B"/>
                </a:solidFill>
                <a:latin typeface="DejaVu Sans"/>
                <a:ea typeface="DejaVu Sans"/>
                <a:cs typeface="DejaVu Sans"/>
              </a:defRPr>
            </a:lvl6pPr>
            <a:lvl7pPr algn="l">
              <a:defRPr sz="3225" b="1">
                <a:solidFill>
                  <a:srgbClr val="16324B"/>
                </a:solidFill>
                <a:latin typeface="DejaVu Sans"/>
                <a:ea typeface="DejaVu Sans"/>
                <a:cs typeface="DejaVu Sans"/>
              </a:defRPr>
            </a:lvl7pPr>
            <a:lvl8pPr algn="l">
              <a:defRPr sz="3225" b="1">
                <a:solidFill>
                  <a:srgbClr val="16324B"/>
                </a:solidFill>
                <a:latin typeface="DejaVu Sans"/>
                <a:ea typeface="DejaVu Sans"/>
                <a:cs typeface="DejaVu Sans"/>
              </a:defRPr>
            </a:lvl8pPr>
            <a:lvl9pPr algn="l">
              <a:defRPr sz="3225" b="1">
                <a:solidFill>
                  <a:srgbClr val="16324B"/>
                </a:solidFill>
                <a:latin typeface="DejaVu Sans"/>
                <a:ea typeface="DejaVu Sans"/>
                <a:cs typeface="DejaVu Sans"/>
              </a:defRPr>
            </a:lvl9pPr>
          </a:lstStyle>
          <a:p>
            <a:pPr algn="l">
              <a:defRPr sz="3225" b="1">
                <a:solidFill>
                  <a:srgbClr val="16324B"/>
                </a:solidFill>
                <a:latin typeface="DejaVu Sans"/>
                <a:ea typeface="DejaVu Sans"/>
                <a:cs typeface="DejaVu Sans"/>
              </a:defRPr>
            </a:pPr>
            <a:r>
              <a:rPr sz="3225" b="1" dirty="0">
                <a:solidFill>
                  <a:srgbClr val="16324B"/>
                </a:solidFill>
                <a:latin typeface="DejaVu Sans"/>
                <a:ea typeface="DejaVu Sans"/>
                <a:cs typeface="DejaVu Sans"/>
              </a:rPr>
              <a:t>Objective</a:t>
            </a:r>
          </a:p>
        </p:txBody>
      </p:sp>
      <p:sp>
        <p:nvSpPr>
          <p:cNvPr id="23" name="block-23">
            <a:extLst>
              <a:ext uri="{FF2B5EF4-FFF2-40B4-BE49-F238E27FC236}">
                <a16:creationId xmlns:a16="http://schemas.microsoft.com/office/drawing/2014/main" id="{8E4EF125-7937-4A4A-9726-D304FC9BA4EC}"/>
              </a:ext>
            </a:extLst>
          </p:cNvPr>
          <p:cNvSpPr>
            <a:spLocks noGrp="1"/>
          </p:cNvSpPr>
          <p:nvPr/>
        </p:nvSpPr>
        <p:spPr>
          <a:xfrm>
            <a:off x="856710" y="15274505"/>
            <a:ext cx="5810250" cy="19050"/>
          </a:xfrm>
          <a:prstGeom prst="rect">
            <a:avLst/>
          </a:prstGeom>
          <a:solidFill>
            <a:srgbClr val="CAD9DA"/>
          </a:solidFill>
          <a:ln w="0">
            <a:noFill/>
            <a:prstDash val="solid"/>
          </a:ln>
        </p:spPr>
      </p:sp>
      <p:sp>
        <p:nvSpPr>
          <p:cNvPr id="24" name="text-24">
            <a:extLst>
              <a:ext uri="{FF2B5EF4-FFF2-40B4-BE49-F238E27FC236}">
                <a16:creationId xmlns:a16="http://schemas.microsoft.com/office/drawing/2014/main" id="{714275D0-898F-48EB-A2E1-2D49480A76B8}"/>
              </a:ext>
            </a:extLst>
          </p:cNvPr>
          <p:cNvSpPr>
            <a:spLocks noGrp="1"/>
          </p:cNvSpPr>
          <p:nvPr/>
        </p:nvSpPr>
        <p:spPr>
          <a:xfrm>
            <a:off x="762000" y="15587034"/>
            <a:ext cx="5810250" cy="1743075"/>
          </a:xfrm>
          <a:prstGeom prst="rect">
            <a:avLst/>
          </a:prstGeom>
          <a:noFill/>
          <a:ln w="0">
            <a:noFill/>
            <a:prstDash val="solid"/>
          </a:ln>
        </p:spPr>
        <p:txBody>
          <a:bodyPr wrap="square" lIns="0" tIns="0" rIns="0" bIns="0" anchor="t">
            <a:noAutofit/>
          </a:bodyPr>
          <a:lstStyle>
            <a:defPPr algn="l">
              <a:defRPr sz="2700" b="0">
                <a:solidFill>
                  <a:srgbClr val="293F50"/>
                </a:solidFill>
                <a:latin typeface="DejaVu Sans"/>
                <a:ea typeface="DejaVu Sans"/>
                <a:cs typeface="DejaVu Sans"/>
              </a:defRPr>
            </a:defPPr>
            <a:lvl1pPr algn="l">
              <a:defRPr sz="2700" b="0">
                <a:solidFill>
                  <a:srgbClr val="293F50"/>
                </a:solidFill>
                <a:latin typeface="DejaVu Sans"/>
                <a:ea typeface="DejaVu Sans"/>
                <a:cs typeface="DejaVu Sans"/>
              </a:defRPr>
            </a:lvl1pPr>
            <a:lvl2pPr algn="l">
              <a:defRPr sz="2700" b="0">
                <a:solidFill>
                  <a:srgbClr val="293F50"/>
                </a:solidFill>
                <a:latin typeface="DejaVu Sans"/>
                <a:ea typeface="DejaVu Sans"/>
                <a:cs typeface="DejaVu Sans"/>
              </a:defRPr>
            </a:lvl2pPr>
            <a:lvl3pPr algn="l">
              <a:defRPr sz="2700" b="0">
                <a:solidFill>
                  <a:srgbClr val="293F50"/>
                </a:solidFill>
                <a:latin typeface="DejaVu Sans"/>
                <a:ea typeface="DejaVu Sans"/>
                <a:cs typeface="DejaVu Sans"/>
              </a:defRPr>
            </a:lvl3pPr>
            <a:lvl4pPr algn="l">
              <a:defRPr sz="2700" b="0">
                <a:solidFill>
                  <a:srgbClr val="293F50"/>
                </a:solidFill>
                <a:latin typeface="DejaVu Sans"/>
                <a:ea typeface="DejaVu Sans"/>
                <a:cs typeface="DejaVu Sans"/>
              </a:defRPr>
            </a:lvl4pPr>
            <a:lvl5pPr algn="l">
              <a:defRPr sz="2700" b="0">
                <a:solidFill>
                  <a:srgbClr val="293F50"/>
                </a:solidFill>
                <a:latin typeface="DejaVu Sans"/>
                <a:ea typeface="DejaVu Sans"/>
                <a:cs typeface="DejaVu Sans"/>
              </a:defRPr>
            </a:lvl5pPr>
            <a:lvl6pPr algn="l">
              <a:defRPr sz="2700" b="0">
                <a:solidFill>
                  <a:srgbClr val="293F50"/>
                </a:solidFill>
                <a:latin typeface="DejaVu Sans"/>
                <a:ea typeface="DejaVu Sans"/>
                <a:cs typeface="DejaVu Sans"/>
              </a:defRPr>
            </a:lvl6pPr>
            <a:lvl7pPr algn="l">
              <a:defRPr sz="2700" b="0">
                <a:solidFill>
                  <a:srgbClr val="293F50"/>
                </a:solidFill>
                <a:latin typeface="DejaVu Sans"/>
                <a:ea typeface="DejaVu Sans"/>
                <a:cs typeface="DejaVu Sans"/>
              </a:defRPr>
            </a:lvl7pPr>
            <a:lvl8pPr algn="l">
              <a:defRPr sz="2700" b="0">
                <a:solidFill>
                  <a:srgbClr val="293F50"/>
                </a:solidFill>
                <a:latin typeface="DejaVu Sans"/>
                <a:ea typeface="DejaVu Sans"/>
                <a:cs typeface="DejaVu Sans"/>
              </a:defRPr>
            </a:lvl8pPr>
            <a:lvl9pPr algn="l">
              <a:defRPr sz="2700" b="0">
                <a:solidFill>
                  <a:srgbClr val="293F50"/>
                </a:solidFill>
                <a:latin typeface="DejaVu Sans"/>
                <a:ea typeface="DejaVu Sans"/>
                <a:cs typeface="DejaVu Sans"/>
              </a:defRPr>
            </a:lvl9pPr>
          </a:lstStyle>
          <a:p>
            <a:pPr algn="l">
              <a:defRPr sz="2700" b="0">
                <a:solidFill>
                  <a:srgbClr val="293F50"/>
                </a:solidFill>
                <a:latin typeface="DejaVu Sans"/>
                <a:ea typeface="DejaVu Sans"/>
                <a:cs typeface="DejaVu Sans"/>
              </a:defRPr>
            </a:pPr>
            <a:r>
              <a:rPr sz="2700" b="0">
                <a:solidFill>
                  <a:srgbClr val="293F50"/>
                </a:solidFill>
                <a:latin typeface="DejaVu Sans"/>
                <a:ea typeface="DejaVu Sans"/>
                <a:cs typeface="DejaVu Sans"/>
              </a:rPr>
              <a:t>[State the primary research question or objective. Add a hypothesis only when relevant.]</a:t>
            </a:r>
          </a:p>
        </p:txBody>
      </p:sp>
      <p:sp>
        <p:nvSpPr>
          <p:cNvPr id="25" name="text-25">
            <a:extLst>
              <a:ext uri="{FF2B5EF4-FFF2-40B4-BE49-F238E27FC236}">
                <a16:creationId xmlns:a16="http://schemas.microsoft.com/office/drawing/2014/main" id="{71C41669-9E89-4998-BE6E-730D23FA6F31}"/>
              </a:ext>
            </a:extLst>
          </p:cNvPr>
          <p:cNvSpPr>
            <a:spLocks noGrp="1"/>
          </p:cNvSpPr>
          <p:nvPr/>
        </p:nvSpPr>
        <p:spPr>
          <a:xfrm>
            <a:off x="762000" y="17851650"/>
            <a:ext cx="628650" cy="571500"/>
          </a:xfrm>
          <a:prstGeom prst="rect">
            <a:avLst/>
          </a:prstGeom>
          <a:noFill/>
          <a:ln w="0">
            <a:noFill/>
            <a:prstDash val="solid"/>
          </a:ln>
        </p:spPr>
        <p:txBody>
          <a:bodyPr wrap="square" lIns="0" tIns="0" rIns="0" bIns="0" anchor="t">
            <a:noAutofit/>
          </a:bodyPr>
          <a:lstStyle>
            <a:defPPr algn="l">
              <a:defRPr sz="2550" b="1">
                <a:solidFill>
                  <a:srgbClr val="287D80"/>
                </a:solidFill>
                <a:latin typeface="DejaVu Sans"/>
                <a:ea typeface="DejaVu Sans"/>
                <a:cs typeface="DejaVu Sans"/>
              </a:defRPr>
            </a:defPPr>
            <a:lvl1pPr algn="l">
              <a:defRPr sz="2550" b="1">
                <a:solidFill>
                  <a:srgbClr val="287D80"/>
                </a:solidFill>
                <a:latin typeface="DejaVu Sans"/>
                <a:ea typeface="DejaVu Sans"/>
                <a:cs typeface="DejaVu Sans"/>
              </a:defRPr>
            </a:lvl1pPr>
            <a:lvl2pPr algn="l">
              <a:defRPr sz="2550" b="1">
                <a:solidFill>
                  <a:srgbClr val="287D80"/>
                </a:solidFill>
                <a:latin typeface="DejaVu Sans"/>
                <a:ea typeface="DejaVu Sans"/>
                <a:cs typeface="DejaVu Sans"/>
              </a:defRPr>
            </a:lvl2pPr>
            <a:lvl3pPr algn="l">
              <a:defRPr sz="2550" b="1">
                <a:solidFill>
                  <a:srgbClr val="287D80"/>
                </a:solidFill>
                <a:latin typeface="DejaVu Sans"/>
                <a:ea typeface="DejaVu Sans"/>
                <a:cs typeface="DejaVu Sans"/>
              </a:defRPr>
            </a:lvl3pPr>
            <a:lvl4pPr algn="l">
              <a:defRPr sz="2550" b="1">
                <a:solidFill>
                  <a:srgbClr val="287D80"/>
                </a:solidFill>
                <a:latin typeface="DejaVu Sans"/>
                <a:ea typeface="DejaVu Sans"/>
                <a:cs typeface="DejaVu Sans"/>
              </a:defRPr>
            </a:lvl4pPr>
            <a:lvl5pPr algn="l">
              <a:defRPr sz="2550" b="1">
                <a:solidFill>
                  <a:srgbClr val="287D80"/>
                </a:solidFill>
                <a:latin typeface="DejaVu Sans"/>
                <a:ea typeface="DejaVu Sans"/>
                <a:cs typeface="DejaVu Sans"/>
              </a:defRPr>
            </a:lvl5pPr>
            <a:lvl6pPr algn="l">
              <a:defRPr sz="2550" b="1">
                <a:solidFill>
                  <a:srgbClr val="287D80"/>
                </a:solidFill>
                <a:latin typeface="DejaVu Sans"/>
                <a:ea typeface="DejaVu Sans"/>
                <a:cs typeface="DejaVu Sans"/>
              </a:defRPr>
            </a:lvl6pPr>
            <a:lvl7pPr algn="l">
              <a:defRPr sz="2550" b="1">
                <a:solidFill>
                  <a:srgbClr val="287D80"/>
                </a:solidFill>
                <a:latin typeface="DejaVu Sans"/>
                <a:ea typeface="DejaVu Sans"/>
                <a:cs typeface="DejaVu Sans"/>
              </a:defRPr>
            </a:lvl7pPr>
            <a:lvl8pPr algn="l">
              <a:defRPr sz="2550" b="1">
                <a:solidFill>
                  <a:srgbClr val="287D80"/>
                </a:solidFill>
                <a:latin typeface="DejaVu Sans"/>
                <a:ea typeface="DejaVu Sans"/>
                <a:cs typeface="DejaVu Sans"/>
              </a:defRPr>
            </a:lvl8pPr>
            <a:lvl9pPr algn="l">
              <a:defRPr sz="2550" b="1">
                <a:solidFill>
                  <a:srgbClr val="287D80"/>
                </a:solidFill>
                <a:latin typeface="DejaVu Sans"/>
                <a:ea typeface="DejaVu Sans"/>
                <a:cs typeface="DejaVu Sans"/>
              </a:defRPr>
            </a:lvl9pPr>
          </a:lstStyle>
          <a:p>
            <a:pPr algn="l">
              <a:defRPr sz="2550" b="1">
                <a:solidFill>
                  <a:srgbClr val="287D80"/>
                </a:solidFill>
                <a:latin typeface="DejaVu Sans"/>
                <a:ea typeface="DejaVu Sans"/>
                <a:cs typeface="DejaVu Sans"/>
              </a:defRPr>
            </a:pPr>
            <a:r>
              <a:rPr sz="2550" b="1" dirty="0">
                <a:solidFill>
                  <a:srgbClr val="287D80"/>
                </a:solidFill>
                <a:latin typeface="DejaVu Sans"/>
                <a:ea typeface="DejaVu Sans"/>
                <a:cs typeface="DejaVu Sans"/>
              </a:rPr>
              <a:t>0</a:t>
            </a:r>
            <a:r>
              <a:rPr lang="en-US" sz="2550" b="1" dirty="0">
                <a:solidFill>
                  <a:srgbClr val="287D80"/>
                </a:solidFill>
                <a:latin typeface="DejaVu Sans"/>
                <a:ea typeface="DejaVu Sans"/>
                <a:cs typeface="DejaVu Sans"/>
              </a:rPr>
              <a:t>3</a:t>
            </a:r>
            <a:endParaRPr sz="2550" b="1" dirty="0">
              <a:solidFill>
                <a:srgbClr val="287D80"/>
              </a:solidFill>
              <a:latin typeface="DejaVu Sans"/>
              <a:ea typeface="DejaVu Sans"/>
              <a:cs typeface="DejaVu Sans"/>
            </a:endParaRPr>
          </a:p>
        </p:txBody>
      </p:sp>
      <p:sp>
        <p:nvSpPr>
          <p:cNvPr id="26" name="text-26">
            <a:extLst>
              <a:ext uri="{FF2B5EF4-FFF2-40B4-BE49-F238E27FC236}">
                <a16:creationId xmlns:a16="http://schemas.microsoft.com/office/drawing/2014/main" id="{81380D8F-541D-489D-837C-0541018FAEB1}"/>
              </a:ext>
            </a:extLst>
          </p:cNvPr>
          <p:cNvSpPr>
            <a:spLocks noGrp="1"/>
          </p:cNvSpPr>
          <p:nvPr/>
        </p:nvSpPr>
        <p:spPr>
          <a:xfrm>
            <a:off x="1504950" y="17823075"/>
            <a:ext cx="5067300" cy="685800"/>
          </a:xfrm>
          <a:prstGeom prst="rect">
            <a:avLst/>
          </a:prstGeom>
          <a:noFill/>
          <a:ln w="0">
            <a:noFill/>
            <a:prstDash val="solid"/>
          </a:ln>
        </p:spPr>
        <p:txBody>
          <a:bodyPr wrap="square" lIns="0" tIns="0" rIns="0" bIns="0" anchor="t">
            <a:noAutofit/>
          </a:bodyPr>
          <a:lstStyle>
            <a:defPPr algn="l">
              <a:defRPr sz="3225" b="1">
                <a:solidFill>
                  <a:srgbClr val="16324B"/>
                </a:solidFill>
                <a:latin typeface="DejaVu Sans"/>
                <a:ea typeface="DejaVu Sans"/>
                <a:cs typeface="DejaVu Sans"/>
              </a:defRPr>
            </a:defPPr>
            <a:lvl1pPr algn="l">
              <a:defRPr sz="3225" b="1">
                <a:solidFill>
                  <a:srgbClr val="16324B"/>
                </a:solidFill>
                <a:latin typeface="DejaVu Sans"/>
                <a:ea typeface="DejaVu Sans"/>
                <a:cs typeface="DejaVu Sans"/>
              </a:defRPr>
            </a:lvl1pPr>
            <a:lvl2pPr algn="l">
              <a:defRPr sz="3225" b="1">
                <a:solidFill>
                  <a:srgbClr val="16324B"/>
                </a:solidFill>
                <a:latin typeface="DejaVu Sans"/>
                <a:ea typeface="DejaVu Sans"/>
                <a:cs typeface="DejaVu Sans"/>
              </a:defRPr>
            </a:lvl2pPr>
            <a:lvl3pPr algn="l">
              <a:defRPr sz="3225" b="1">
                <a:solidFill>
                  <a:srgbClr val="16324B"/>
                </a:solidFill>
                <a:latin typeface="DejaVu Sans"/>
                <a:ea typeface="DejaVu Sans"/>
                <a:cs typeface="DejaVu Sans"/>
              </a:defRPr>
            </a:lvl3pPr>
            <a:lvl4pPr algn="l">
              <a:defRPr sz="3225" b="1">
                <a:solidFill>
                  <a:srgbClr val="16324B"/>
                </a:solidFill>
                <a:latin typeface="DejaVu Sans"/>
                <a:ea typeface="DejaVu Sans"/>
                <a:cs typeface="DejaVu Sans"/>
              </a:defRPr>
            </a:lvl4pPr>
            <a:lvl5pPr algn="l">
              <a:defRPr sz="3225" b="1">
                <a:solidFill>
                  <a:srgbClr val="16324B"/>
                </a:solidFill>
                <a:latin typeface="DejaVu Sans"/>
                <a:ea typeface="DejaVu Sans"/>
                <a:cs typeface="DejaVu Sans"/>
              </a:defRPr>
            </a:lvl5pPr>
            <a:lvl6pPr algn="l">
              <a:defRPr sz="3225" b="1">
                <a:solidFill>
                  <a:srgbClr val="16324B"/>
                </a:solidFill>
                <a:latin typeface="DejaVu Sans"/>
                <a:ea typeface="DejaVu Sans"/>
                <a:cs typeface="DejaVu Sans"/>
              </a:defRPr>
            </a:lvl6pPr>
            <a:lvl7pPr algn="l">
              <a:defRPr sz="3225" b="1">
                <a:solidFill>
                  <a:srgbClr val="16324B"/>
                </a:solidFill>
                <a:latin typeface="DejaVu Sans"/>
                <a:ea typeface="DejaVu Sans"/>
                <a:cs typeface="DejaVu Sans"/>
              </a:defRPr>
            </a:lvl7pPr>
            <a:lvl8pPr algn="l">
              <a:defRPr sz="3225" b="1">
                <a:solidFill>
                  <a:srgbClr val="16324B"/>
                </a:solidFill>
                <a:latin typeface="DejaVu Sans"/>
                <a:ea typeface="DejaVu Sans"/>
                <a:cs typeface="DejaVu Sans"/>
              </a:defRPr>
            </a:lvl8pPr>
            <a:lvl9pPr algn="l">
              <a:defRPr sz="3225" b="1">
                <a:solidFill>
                  <a:srgbClr val="16324B"/>
                </a:solidFill>
                <a:latin typeface="DejaVu Sans"/>
                <a:ea typeface="DejaVu Sans"/>
                <a:cs typeface="DejaVu Sans"/>
              </a:defRPr>
            </a:lvl9pPr>
          </a:lstStyle>
          <a:p>
            <a:pPr algn="l">
              <a:defRPr sz="3225" b="1">
                <a:solidFill>
                  <a:srgbClr val="16324B"/>
                </a:solidFill>
                <a:latin typeface="DejaVu Sans"/>
                <a:ea typeface="DejaVu Sans"/>
                <a:cs typeface="DejaVu Sans"/>
              </a:defRPr>
            </a:pPr>
            <a:r>
              <a:rPr sz="3225" b="1">
                <a:solidFill>
                  <a:srgbClr val="16324B"/>
                </a:solidFill>
                <a:latin typeface="DejaVu Sans"/>
                <a:ea typeface="DejaVu Sans"/>
                <a:cs typeface="DejaVu Sans"/>
              </a:rPr>
              <a:t>Methods</a:t>
            </a:r>
          </a:p>
        </p:txBody>
      </p:sp>
      <p:sp>
        <p:nvSpPr>
          <p:cNvPr id="27" name="block-27">
            <a:extLst>
              <a:ext uri="{FF2B5EF4-FFF2-40B4-BE49-F238E27FC236}">
                <a16:creationId xmlns:a16="http://schemas.microsoft.com/office/drawing/2014/main" id="{AF5500F8-A20B-437C-9AE7-DFFFD8AFC5DD}"/>
              </a:ext>
            </a:extLst>
          </p:cNvPr>
          <p:cNvSpPr>
            <a:spLocks noGrp="1"/>
          </p:cNvSpPr>
          <p:nvPr/>
        </p:nvSpPr>
        <p:spPr>
          <a:xfrm>
            <a:off x="804413" y="18591634"/>
            <a:ext cx="5810250" cy="19050"/>
          </a:xfrm>
          <a:prstGeom prst="rect">
            <a:avLst/>
          </a:prstGeom>
          <a:solidFill>
            <a:srgbClr val="CAD9DA"/>
          </a:solidFill>
          <a:ln w="0">
            <a:noFill/>
            <a:prstDash val="solid"/>
          </a:ln>
        </p:spPr>
      </p:sp>
      <p:sp>
        <p:nvSpPr>
          <p:cNvPr id="28" name="text-28">
            <a:extLst>
              <a:ext uri="{FF2B5EF4-FFF2-40B4-BE49-F238E27FC236}">
                <a16:creationId xmlns:a16="http://schemas.microsoft.com/office/drawing/2014/main" id="{10AF9944-FEBE-43AD-ACA8-23A06BB71F6F}"/>
              </a:ext>
            </a:extLst>
          </p:cNvPr>
          <p:cNvSpPr>
            <a:spLocks noGrp="1"/>
          </p:cNvSpPr>
          <p:nvPr/>
        </p:nvSpPr>
        <p:spPr>
          <a:xfrm>
            <a:off x="762000" y="18851775"/>
            <a:ext cx="5810250" cy="3000375"/>
          </a:xfrm>
          <a:prstGeom prst="rect">
            <a:avLst/>
          </a:prstGeom>
          <a:noFill/>
          <a:ln w="0">
            <a:noFill/>
            <a:prstDash val="solid"/>
          </a:ln>
        </p:spPr>
        <p:txBody>
          <a:bodyPr wrap="square" lIns="0" tIns="0" rIns="0" bIns="0" anchor="t">
            <a:noAutofit/>
          </a:bodyPr>
          <a:lstStyle>
            <a:defPPr algn="l">
              <a:defRPr sz="2475" b="0">
                <a:solidFill>
                  <a:srgbClr val="293F50"/>
                </a:solidFill>
                <a:latin typeface="DejaVu Sans"/>
                <a:ea typeface="DejaVu Sans"/>
                <a:cs typeface="DejaVu Sans"/>
              </a:defRPr>
            </a:defPPr>
            <a:lvl1pPr algn="l">
              <a:defRPr sz="2475" b="0">
                <a:solidFill>
                  <a:srgbClr val="293F50"/>
                </a:solidFill>
                <a:latin typeface="DejaVu Sans"/>
                <a:ea typeface="DejaVu Sans"/>
                <a:cs typeface="DejaVu Sans"/>
              </a:defRPr>
            </a:lvl1pPr>
            <a:lvl2pPr algn="l">
              <a:defRPr sz="2475" b="0">
                <a:solidFill>
                  <a:srgbClr val="293F50"/>
                </a:solidFill>
                <a:latin typeface="DejaVu Sans"/>
                <a:ea typeface="DejaVu Sans"/>
                <a:cs typeface="DejaVu Sans"/>
              </a:defRPr>
            </a:lvl2pPr>
            <a:lvl3pPr algn="l">
              <a:defRPr sz="2475" b="0">
                <a:solidFill>
                  <a:srgbClr val="293F50"/>
                </a:solidFill>
                <a:latin typeface="DejaVu Sans"/>
                <a:ea typeface="DejaVu Sans"/>
                <a:cs typeface="DejaVu Sans"/>
              </a:defRPr>
            </a:lvl3pPr>
            <a:lvl4pPr algn="l">
              <a:defRPr sz="2475" b="0">
                <a:solidFill>
                  <a:srgbClr val="293F50"/>
                </a:solidFill>
                <a:latin typeface="DejaVu Sans"/>
                <a:ea typeface="DejaVu Sans"/>
                <a:cs typeface="DejaVu Sans"/>
              </a:defRPr>
            </a:lvl4pPr>
            <a:lvl5pPr algn="l">
              <a:defRPr sz="2475" b="0">
                <a:solidFill>
                  <a:srgbClr val="293F50"/>
                </a:solidFill>
                <a:latin typeface="DejaVu Sans"/>
                <a:ea typeface="DejaVu Sans"/>
                <a:cs typeface="DejaVu Sans"/>
              </a:defRPr>
            </a:lvl5pPr>
            <a:lvl6pPr algn="l">
              <a:defRPr sz="2475" b="0">
                <a:solidFill>
                  <a:srgbClr val="293F50"/>
                </a:solidFill>
                <a:latin typeface="DejaVu Sans"/>
                <a:ea typeface="DejaVu Sans"/>
                <a:cs typeface="DejaVu Sans"/>
              </a:defRPr>
            </a:lvl6pPr>
            <a:lvl7pPr algn="l">
              <a:defRPr sz="2475" b="0">
                <a:solidFill>
                  <a:srgbClr val="293F50"/>
                </a:solidFill>
                <a:latin typeface="DejaVu Sans"/>
                <a:ea typeface="DejaVu Sans"/>
                <a:cs typeface="DejaVu Sans"/>
              </a:defRPr>
            </a:lvl7pPr>
            <a:lvl8pPr algn="l">
              <a:defRPr sz="2475" b="0">
                <a:solidFill>
                  <a:srgbClr val="293F50"/>
                </a:solidFill>
                <a:latin typeface="DejaVu Sans"/>
                <a:ea typeface="DejaVu Sans"/>
                <a:cs typeface="DejaVu Sans"/>
              </a:defRPr>
            </a:lvl8pPr>
            <a:lvl9pPr algn="l">
              <a:defRPr sz="2475" b="0">
                <a:solidFill>
                  <a:srgbClr val="293F50"/>
                </a:solidFill>
                <a:latin typeface="DejaVu Sans"/>
                <a:ea typeface="DejaVu Sans"/>
                <a:cs typeface="DejaVu Sans"/>
              </a:defRPr>
            </a:lvl9pPr>
          </a:lstStyle>
          <a:p>
            <a:pPr algn="l">
              <a:defRPr sz="2475" b="0">
                <a:solidFill>
                  <a:srgbClr val="293F50"/>
                </a:solidFill>
                <a:latin typeface="DejaVu Sans"/>
                <a:ea typeface="DejaVu Sans"/>
                <a:cs typeface="DejaVu Sans"/>
              </a:defRPr>
            </a:pPr>
            <a:r>
              <a:rPr sz="2475" b="0" dirty="0">
                <a:solidFill>
                  <a:srgbClr val="293F50"/>
                </a:solidFill>
                <a:latin typeface="DejaVu Sans"/>
                <a:ea typeface="DejaVu Sans"/>
                <a:cs typeface="DejaVu Sans"/>
              </a:rPr>
              <a:t>Design: [study type and setting]</a:t>
            </a:r>
          </a:p>
          <a:p>
            <a:pPr algn="l">
              <a:defRPr sz="2475" b="0">
                <a:solidFill>
                  <a:srgbClr val="293F50"/>
                </a:solidFill>
                <a:latin typeface="DejaVu Sans"/>
                <a:ea typeface="DejaVu Sans"/>
                <a:cs typeface="DejaVu Sans"/>
              </a:defRPr>
            </a:pPr>
            <a:r>
              <a:rPr sz="2475" b="0" dirty="0">
                <a:solidFill>
                  <a:srgbClr val="293F50"/>
                </a:solidFill>
                <a:latin typeface="DejaVu Sans"/>
                <a:ea typeface="DejaVu Sans"/>
                <a:cs typeface="DejaVu Sans"/>
              </a:rPr>
              <a:t>Sample/data: [source, size, selection]</a:t>
            </a:r>
          </a:p>
          <a:p>
            <a:pPr algn="l">
              <a:defRPr sz="2475" b="0">
                <a:solidFill>
                  <a:srgbClr val="293F50"/>
                </a:solidFill>
                <a:latin typeface="DejaVu Sans"/>
                <a:ea typeface="DejaVu Sans"/>
                <a:cs typeface="DejaVu Sans"/>
              </a:defRPr>
            </a:pPr>
            <a:r>
              <a:rPr sz="2475" b="0" dirty="0">
                <a:solidFill>
                  <a:srgbClr val="293F50"/>
                </a:solidFill>
                <a:latin typeface="DejaVu Sans"/>
                <a:ea typeface="DejaVu Sans"/>
                <a:cs typeface="DejaVu Sans"/>
              </a:rPr>
              <a:t>Procedure: [key steps or measures]</a:t>
            </a:r>
          </a:p>
          <a:p>
            <a:pPr algn="l">
              <a:defRPr sz="2475" b="0">
                <a:solidFill>
                  <a:srgbClr val="293F50"/>
                </a:solidFill>
                <a:latin typeface="DejaVu Sans"/>
                <a:ea typeface="DejaVu Sans"/>
                <a:cs typeface="DejaVu Sans"/>
              </a:defRPr>
            </a:pPr>
            <a:r>
              <a:rPr sz="2475" b="0" dirty="0">
                <a:solidFill>
                  <a:srgbClr val="293F50"/>
                </a:solidFill>
                <a:latin typeface="DejaVu Sans"/>
                <a:ea typeface="DejaVu Sans"/>
                <a:cs typeface="DejaVu Sans"/>
              </a:rPr>
              <a:t>Analysis: [method used]</a:t>
            </a:r>
          </a:p>
          <a:p>
            <a:pPr algn="l">
              <a:defRPr sz="2475" b="0">
                <a:solidFill>
                  <a:srgbClr val="293F50"/>
                </a:solidFill>
                <a:latin typeface="DejaVu Sans"/>
                <a:ea typeface="DejaVu Sans"/>
                <a:cs typeface="DejaVu Sans"/>
              </a:defRPr>
            </a:pPr>
            <a:r>
              <a:rPr sz="2475" b="0" dirty="0">
                <a:solidFill>
                  <a:srgbClr val="293F50"/>
                </a:solidFill>
                <a:latin typeface="DejaVu Sans"/>
                <a:ea typeface="DejaVu Sans"/>
                <a:cs typeface="DejaVu Sans"/>
              </a:rPr>
              <a:t>Ethics: [approval/consent, if relevant]</a:t>
            </a:r>
          </a:p>
        </p:txBody>
      </p:sp>
      <p:sp>
        <p:nvSpPr>
          <p:cNvPr id="29" name="text-29">
            <a:extLst>
              <a:ext uri="{FF2B5EF4-FFF2-40B4-BE49-F238E27FC236}">
                <a16:creationId xmlns:a16="http://schemas.microsoft.com/office/drawing/2014/main" id="{6AC1AEC9-3E74-44C5-A56B-543655B121F5}"/>
              </a:ext>
            </a:extLst>
          </p:cNvPr>
          <p:cNvSpPr>
            <a:spLocks noGrp="1"/>
          </p:cNvSpPr>
          <p:nvPr/>
        </p:nvSpPr>
        <p:spPr>
          <a:xfrm>
            <a:off x="7181850" y="10001250"/>
            <a:ext cx="628650" cy="571500"/>
          </a:xfrm>
          <a:prstGeom prst="rect">
            <a:avLst/>
          </a:prstGeom>
          <a:noFill/>
          <a:ln w="0">
            <a:noFill/>
            <a:prstDash val="solid"/>
          </a:ln>
        </p:spPr>
        <p:txBody>
          <a:bodyPr wrap="square" lIns="0" tIns="0" rIns="0" bIns="0" anchor="t">
            <a:noAutofit/>
          </a:bodyPr>
          <a:lstStyle>
            <a:defPPr algn="l">
              <a:defRPr sz="2550" b="1">
                <a:solidFill>
                  <a:srgbClr val="287D80"/>
                </a:solidFill>
                <a:latin typeface="DejaVu Sans"/>
                <a:ea typeface="DejaVu Sans"/>
                <a:cs typeface="DejaVu Sans"/>
              </a:defRPr>
            </a:defPPr>
            <a:lvl1pPr algn="l">
              <a:defRPr sz="2550" b="1">
                <a:solidFill>
                  <a:srgbClr val="287D80"/>
                </a:solidFill>
                <a:latin typeface="DejaVu Sans"/>
                <a:ea typeface="DejaVu Sans"/>
                <a:cs typeface="DejaVu Sans"/>
              </a:defRPr>
            </a:lvl1pPr>
            <a:lvl2pPr algn="l">
              <a:defRPr sz="2550" b="1">
                <a:solidFill>
                  <a:srgbClr val="287D80"/>
                </a:solidFill>
                <a:latin typeface="DejaVu Sans"/>
                <a:ea typeface="DejaVu Sans"/>
                <a:cs typeface="DejaVu Sans"/>
              </a:defRPr>
            </a:lvl2pPr>
            <a:lvl3pPr algn="l">
              <a:defRPr sz="2550" b="1">
                <a:solidFill>
                  <a:srgbClr val="287D80"/>
                </a:solidFill>
                <a:latin typeface="DejaVu Sans"/>
                <a:ea typeface="DejaVu Sans"/>
                <a:cs typeface="DejaVu Sans"/>
              </a:defRPr>
            </a:lvl3pPr>
            <a:lvl4pPr algn="l">
              <a:defRPr sz="2550" b="1">
                <a:solidFill>
                  <a:srgbClr val="287D80"/>
                </a:solidFill>
                <a:latin typeface="DejaVu Sans"/>
                <a:ea typeface="DejaVu Sans"/>
                <a:cs typeface="DejaVu Sans"/>
              </a:defRPr>
            </a:lvl4pPr>
            <a:lvl5pPr algn="l">
              <a:defRPr sz="2550" b="1">
                <a:solidFill>
                  <a:srgbClr val="287D80"/>
                </a:solidFill>
                <a:latin typeface="DejaVu Sans"/>
                <a:ea typeface="DejaVu Sans"/>
                <a:cs typeface="DejaVu Sans"/>
              </a:defRPr>
            </a:lvl5pPr>
            <a:lvl6pPr algn="l">
              <a:defRPr sz="2550" b="1">
                <a:solidFill>
                  <a:srgbClr val="287D80"/>
                </a:solidFill>
                <a:latin typeface="DejaVu Sans"/>
                <a:ea typeface="DejaVu Sans"/>
                <a:cs typeface="DejaVu Sans"/>
              </a:defRPr>
            </a:lvl6pPr>
            <a:lvl7pPr algn="l">
              <a:defRPr sz="2550" b="1">
                <a:solidFill>
                  <a:srgbClr val="287D80"/>
                </a:solidFill>
                <a:latin typeface="DejaVu Sans"/>
                <a:ea typeface="DejaVu Sans"/>
                <a:cs typeface="DejaVu Sans"/>
              </a:defRPr>
            </a:lvl7pPr>
            <a:lvl8pPr algn="l">
              <a:defRPr sz="2550" b="1">
                <a:solidFill>
                  <a:srgbClr val="287D80"/>
                </a:solidFill>
                <a:latin typeface="DejaVu Sans"/>
                <a:ea typeface="DejaVu Sans"/>
                <a:cs typeface="DejaVu Sans"/>
              </a:defRPr>
            </a:lvl8pPr>
            <a:lvl9pPr algn="l">
              <a:defRPr sz="2550" b="1">
                <a:solidFill>
                  <a:srgbClr val="287D80"/>
                </a:solidFill>
                <a:latin typeface="DejaVu Sans"/>
                <a:ea typeface="DejaVu Sans"/>
                <a:cs typeface="DejaVu Sans"/>
              </a:defRPr>
            </a:lvl9pPr>
          </a:lstStyle>
          <a:p>
            <a:pPr algn="l">
              <a:defRPr sz="2550" b="1">
                <a:solidFill>
                  <a:srgbClr val="287D80"/>
                </a:solidFill>
                <a:latin typeface="DejaVu Sans"/>
                <a:ea typeface="DejaVu Sans"/>
                <a:cs typeface="DejaVu Sans"/>
              </a:defRPr>
            </a:pPr>
            <a:r>
              <a:rPr sz="2550" b="1" dirty="0">
                <a:solidFill>
                  <a:srgbClr val="287D80"/>
                </a:solidFill>
                <a:latin typeface="DejaVu Sans"/>
                <a:ea typeface="DejaVu Sans"/>
                <a:cs typeface="DejaVu Sans"/>
              </a:rPr>
              <a:t>0</a:t>
            </a:r>
            <a:r>
              <a:rPr lang="en-US" sz="2550" b="1" dirty="0">
                <a:solidFill>
                  <a:srgbClr val="287D80"/>
                </a:solidFill>
                <a:latin typeface="DejaVu Sans"/>
                <a:ea typeface="DejaVu Sans"/>
                <a:cs typeface="DejaVu Sans"/>
              </a:rPr>
              <a:t>4</a:t>
            </a:r>
            <a:endParaRPr sz="2550" b="1" dirty="0">
              <a:solidFill>
                <a:srgbClr val="287D80"/>
              </a:solidFill>
              <a:latin typeface="DejaVu Sans"/>
              <a:ea typeface="DejaVu Sans"/>
              <a:cs typeface="DejaVu Sans"/>
            </a:endParaRPr>
          </a:p>
        </p:txBody>
      </p:sp>
      <p:sp>
        <p:nvSpPr>
          <p:cNvPr id="30" name="text-30">
            <a:extLst>
              <a:ext uri="{FF2B5EF4-FFF2-40B4-BE49-F238E27FC236}">
                <a16:creationId xmlns:a16="http://schemas.microsoft.com/office/drawing/2014/main" id="{29E08A0F-B5D7-4661-8786-EB62628C2D6C}"/>
              </a:ext>
            </a:extLst>
          </p:cNvPr>
          <p:cNvSpPr>
            <a:spLocks noGrp="1"/>
          </p:cNvSpPr>
          <p:nvPr/>
        </p:nvSpPr>
        <p:spPr>
          <a:xfrm>
            <a:off x="7924800" y="9972675"/>
            <a:ext cx="5867400" cy="685800"/>
          </a:xfrm>
          <a:prstGeom prst="rect">
            <a:avLst/>
          </a:prstGeom>
          <a:noFill/>
          <a:ln w="0">
            <a:noFill/>
            <a:prstDash val="solid"/>
          </a:ln>
        </p:spPr>
        <p:txBody>
          <a:bodyPr wrap="square" lIns="0" tIns="0" rIns="0" bIns="0" anchor="t">
            <a:noAutofit/>
          </a:bodyPr>
          <a:lstStyle>
            <a:defPPr algn="l">
              <a:defRPr sz="3225" b="1">
                <a:solidFill>
                  <a:srgbClr val="16324B"/>
                </a:solidFill>
                <a:latin typeface="DejaVu Sans"/>
                <a:ea typeface="DejaVu Sans"/>
                <a:cs typeface="DejaVu Sans"/>
              </a:defRPr>
            </a:defPPr>
            <a:lvl1pPr algn="l">
              <a:defRPr sz="3225" b="1">
                <a:solidFill>
                  <a:srgbClr val="16324B"/>
                </a:solidFill>
                <a:latin typeface="DejaVu Sans"/>
                <a:ea typeface="DejaVu Sans"/>
                <a:cs typeface="DejaVu Sans"/>
              </a:defRPr>
            </a:lvl1pPr>
            <a:lvl2pPr algn="l">
              <a:defRPr sz="3225" b="1">
                <a:solidFill>
                  <a:srgbClr val="16324B"/>
                </a:solidFill>
                <a:latin typeface="DejaVu Sans"/>
                <a:ea typeface="DejaVu Sans"/>
                <a:cs typeface="DejaVu Sans"/>
              </a:defRPr>
            </a:lvl2pPr>
            <a:lvl3pPr algn="l">
              <a:defRPr sz="3225" b="1">
                <a:solidFill>
                  <a:srgbClr val="16324B"/>
                </a:solidFill>
                <a:latin typeface="DejaVu Sans"/>
                <a:ea typeface="DejaVu Sans"/>
                <a:cs typeface="DejaVu Sans"/>
              </a:defRPr>
            </a:lvl3pPr>
            <a:lvl4pPr algn="l">
              <a:defRPr sz="3225" b="1">
                <a:solidFill>
                  <a:srgbClr val="16324B"/>
                </a:solidFill>
                <a:latin typeface="DejaVu Sans"/>
                <a:ea typeface="DejaVu Sans"/>
                <a:cs typeface="DejaVu Sans"/>
              </a:defRPr>
            </a:lvl4pPr>
            <a:lvl5pPr algn="l">
              <a:defRPr sz="3225" b="1">
                <a:solidFill>
                  <a:srgbClr val="16324B"/>
                </a:solidFill>
                <a:latin typeface="DejaVu Sans"/>
                <a:ea typeface="DejaVu Sans"/>
                <a:cs typeface="DejaVu Sans"/>
              </a:defRPr>
            </a:lvl5pPr>
            <a:lvl6pPr algn="l">
              <a:defRPr sz="3225" b="1">
                <a:solidFill>
                  <a:srgbClr val="16324B"/>
                </a:solidFill>
                <a:latin typeface="DejaVu Sans"/>
                <a:ea typeface="DejaVu Sans"/>
                <a:cs typeface="DejaVu Sans"/>
              </a:defRPr>
            </a:lvl6pPr>
            <a:lvl7pPr algn="l">
              <a:defRPr sz="3225" b="1">
                <a:solidFill>
                  <a:srgbClr val="16324B"/>
                </a:solidFill>
                <a:latin typeface="DejaVu Sans"/>
                <a:ea typeface="DejaVu Sans"/>
                <a:cs typeface="DejaVu Sans"/>
              </a:defRPr>
            </a:lvl7pPr>
            <a:lvl8pPr algn="l">
              <a:defRPr sz="3225" b="1">
                <a:solidFill>
                  <a:srgbClr val="16324B"/>
                </a:solidFill>
                <a:latin typeface="DejaVu Sans"/>
                <a:ea typeface="DejaVu Sans"/>
                <a:cs typeface="DejaVu Sans"/>
              </a:defRPr>
            </a:lvl8pPr>
            <a:lvl9pPr algn="l">
              <a:defRPr sz="3225" b="1">
                <a:solidFill>
                  <a:srgbClr val="16324B"/>
                </a:solidFill>
                <a:latin typeface="DejaVu Sans"/>
                <a:ea typeface="DejaVu Sans"/>
                <a:cs typeface="DejaVu Sans"/>
              </a:defRPr>
            </a:lvl9pPr>
          </a:lstStyle>
          <a:p>
            <a:pPr algn="l">
              <a:defRPr sz="3225" b="1">
                <a:solidFill>
                  <a:srgbClr val="16324B"/>
                </a:solidFill>
                <a:latin typeface="DejaVu Sans"/>
                <a:ea typeface="DejaVu Sans"/>
                <a:cs typeface="DejaVu Sans"/>
              </a:defRPr>
            </a:pPr>
            <a:r>
              <a:rPr sz="3225" b="1">
                <a:solidFill>
                  <a:srgbClr val="16324B"/>
                </a:solidFill>
                <a:latin typeface="DejaVu Sans"/>
                <a:ea typeface="DejaVu Sans"/>
                <a:cs typeface="DejaVu Sans"/>
              </a:rPr>
              <a:t>Results</a:t>
            </a:r>
          </a:p>
        </p:txBody>
      </p:sp>
      <p:sp>
        <p:nvSpPr>
          <p:cNvPr id="31" name="block-31">
            <a:extLst>
              <a:ext uri="{FF2B5EF4-FFF2-40B4-BE49-F238E27FC236}">
                <a16:creationId xmlns:a16="http://schemas.microsoft.com/office/drawing/2014/main" id="{22F1CDDD-8F4E-4C69-A653-8E64DBC821EE}"/>
              </a:ext>
            </a:extLst>
          </p:cNvPr>
          <p:cNvSpPr>
            <a:spLocks noGrp="1"/>
          </p:cNvSpPr>
          <p:nvPr/>
        </p:nvSpPr>
        <p:spPr>
          <a:xfrm>
            <a:off x="7181850" y="10706100"/>
            <a:ext cx="6610350" cy="19050"/>
          </a:xfrm>
          <a:prstGeom prst="rect">
            <a:avLst/>
          </a:prstGeom>
          <a:solidFill>
            <a:srgbClr val="CAD9DA"/>
          </a:solidFill>
          <a:ln w="0">
            <a:noFill/>
            <a:prstDash val="solid"/>
          </a:ln>
        </p:spPr>
      </p:sp>
      <p:sp>
        <p:nvSpPr>
          <p:cNvPr id="32" name="text-32">
            <a:extLst>
              <a:ext uri="{FF2B5EF4-FFF2-40B4-BE49-F238E27FC236}">
                <a16:creationId xmlns:a16="http://schemas.microsoft.com/office/drawing/2014/main" id="{148CA867-AE75-41AB-8A85-A7C735A8B2A4}"/>
              </a:ext>
            </a:extLst>
          </p:cNvPr>
          <p:cNvSpPr>
            <a:spLocks noGrp="1"/>
          </p:cNvSpPr>
          <p:nvPr/>
        </p:nvSpPr>
        <p:spPr>
          <a:xfrm>
            <a:off x="7181850" y="10972800"/>
            <a:ext cx="6610350" cy="1009650"/>
          </a:xfrm>
          <a:prstGeom prst="rect">
            <a:avLst/>
          </a:prstGeom>
          <a:noFill/>
          <a:ln w="0">
            <a:noFill/>
            <a:prstDash val="solid"/>
          </a:ln>
        </p:spPr>
        <p:txBody>
          <a:bodyPr wrap="square" lIns="0" tIns="0" rIns="0" bIns="0" anchor="t">
            <a:noAutofit/>
          </a:bodyPr>
          <a:lstStyle>
            <a:defPPr algn="l">
              <a:defRPr sz="3225" b="1">
                <a:solidFill>
                  <a:srgbClr val="16324B"/>
                </a:solidFill>
                <a:latin typeface="DejaVu Sans"/>
                <a:ea typeface="DejaVu Sans"/>
                <a:cs typeface="DejaVu Sans"/>
              </a:defRPr>
            </a:defPPr>
            <a:lvl1pPr algn="l">
              <a:defRPr sz="3225" b="1">
                <a:solidFill>
                  <a:srgbClr val="16324B"/>
                </a:solidFill>
                <a:latin typeface="DejaVu Sans"/>
                <a:ea typeface="DejaVu Sans"/>
                <a:cs typeface="DejaVu Sans"/>
              </a:defRPr>
            </a:lvl1pPr>
            <a:lvl2pPr algn="l">
              <a:defRPr sz="3225" b="1">
                <a:solidFill>
                  <a:srgbClr val="16324B"/>
                </a:solidFill>
                <a:latin typeface="DejaVu Sans"/>
                <a:ea typeface="DejaVu Sans"/>
                <a:cs typeface="DejaVu Sans"/>
              </a:defRPr>
            </a:lvl2pPr>
            <a:lvl3pPr algn="l">
              <a:defRPr sz="3225" b="1">
                <a:solidFill>
                  <a:srgbClr val="16324B"/>
                </a:solidFill>
                <a:latin typeface="DejaVu Sans"/>
                <a:ea typeface="DejaVu Sans"/>
                <a:cs typeface="DejaVu Sans"/>
              </a:defRPr>
            </a:lvl3pPr>
            <a:lvl4pPr algn="l">
              <a:defRPr sz="3225" b="1">
                <a:solidFill>
                  <a:srgbClr val="16324B"/>
                </a:solidFill>
                <a:latin typeface="DejaVu Sans"/>
                <a:ea typeface="DejaVu Sans"/>
                <a:cs typeface="DejaVu Sans"/>
              </a:defRPr>
            </a:lvl4pPr>
            <a:lvl5pPr algn="l">
              <a:defRPr sz="3225" b="1">
                <a:solidFill>
                  <a:srgbClr val="16324B"/>
                </a:solidFill>
                <a:latin typeface="DejaVu Sans"/>
                <a:ea typeface="DejaVu Sans"/>
                <a:cs typeface="DejaVu Sans"/>
              </a:defRPr>
            </a:lvl5pPr>
            <a:lvl6pPr algn="l">
              <a:defRPr sz="3225" b="1">
                <a:solidFill>
                  <a:srgbClr val="16324B"/>
                </a:solidFill>
                <a:latin typeface="DejaVu Sans"/>
                <a:ea typeface="DejaVu Sans"/>
                <a:cs typeface="DejaVu Sans"/>
              </a:defRPr>
            </a:lvl6pPr>
            <a:lvl7pPr algn="l">
              <a:defRPr sz="3225" b="1">
                <a:solidFill>
                  <a:srgbClr val="16324B"/>
                </a:solidFill>
                <a:latin typeface="DejaVu Sans"/>
                <a:ea typeface="DejaVu Sans"/>
                <a:cs typeface="DejaVu Sans"/>
              </a:defRPr>
            </a:lvl7pPr>
            <a:lvl8pPr algn="l">
              <a:defRPr sz="3225" b="1">
                <a:solidFill>
                  <a:srgbClr val="16324B"/>
                </a:solidFill>
                <a:latin typeface="DejaVu Sans"/>
                <a:ea typeface="DejaVu Sans"/>
                <a:cs typeface="DejaVu Sans"/>
              </a:defRPr>
            </a:lvl8pPr>
            <a:lvl9pPr algn="l">
              <a:defRPr sz="3225" b="1">
                <a:solidFill>
                  <a:srgbClr val="16324B"/>
                </a:solidFill>
                <a:latin typeface="DejaVu Sans"/>
                <a:ea typeface="DejaVu Sans"/>
                <a:cs typeface="DejaVu Sans"/>
              </a:defRPr>
            </a:lvl9pPr>
          </a:lstStyle>
          <a:p>
            <a:pPr algn="l">
              <a:defRPr sz="3225" b="1">
                <a:solidFill>
                  <a:srgbClr val="16324B"/>
                </a:solidFill>
                <a:latin typeface="DejaVu Sans"/>
                <a:ea typeface="DejaVu Sans"/>
                <a:cs typeface="DejaVu Sans"/>
              </a:defRPr>
            </a:pPr>
            <a:r>
              <a:rPr sz="3225" b="1">
                <a:solidFill>
                  <a:srgbClr val="16324B"/>
                </a:solidFill>
                <a:latin typeface="DejaVu Sans"/>
                <a:ea typeface="DejaVu Sans"/>
                <a:cs typeface="DejaVu Sans"/>
              </a:rPr>
              <a:t>[Main finding as a short statement]</a:t>
            </a:r>
          </a:p>
        </p:txBody>
      </p:sp>
      <p:sp>
        <p:nvSpPr>
          <p:cNvPr id="33" name="block-33">
            <a:extLst>
              <a:ext uri="{FF2B5EF4-FFF2-40B4-BE49-F238E27FC236}">
                <a16:creationId xmlns:a16="http://schemas.microsoft.com/office/drawing/2014/main" id="{6AA12595-C912-404F-9148-E918B60BFEF1}"/>
              </a:ext>
            </a:extLst>
          </p:cNvPr>
          <p:cNvSpPr>
            <a:spLocks noGrp="1"/>
          </p:cNvSpPr>
          <p:nvPr/>
        </p:nvSpPr>
        <p:spPr>
          <a:xfrm>
            <a:off x="7181850" y="12382500"/>
            <a:ext cx="6610350" cy="5286375"/>
          </a:xfrm>
          <a:prstGeom prst="rect">
            <a:avLst/>
          </a:prstGeom>
          <a:solidFill>
            <a:srgbClr val="F5F8F8"/>
          </a:solidFill>
          <a:ln w="19050">
            <a:solidFill>
              <a:srgbClr val="CAD9DA"/>
            </a:solidFill>
            <a:prstDash val="solid"/>
          </a:ln>
        </p:spPr>
      </p:sp>
      <p:sp>
        <p:nvSpPr>
          <p:cNvPr id="34" name="text-34">
            <a:extLst>
              <a:ext uri="{FF2B5EF4-FFF2-40B4-BE49-F238E27FC236}">
                <a16:creationId xmlns:a16="http://schemas.microsoft.com/office/drawing/2014/main" id="{5E04BD01-3015-421E-BD14-8EF21DE3E2F9}"/>
              </a:ext>
            </a:extLst>
          </p:cNvPr>
          <p:cNvSpPr>
            <a:spLocks noGrp="1"/>
          </p:cNvSpPr>
          <p:nvPr/>
        </p:nvSpPr>
        <p:spPr>
          <a:xfrm>
            <a:off x="7562850" y="13001625"/>
            <a:ext cx="5848350" cy="476250"/>
          </a:xfrm>
          <a:prstGeom prst="rect">
            <a:avLst/>
          </a:prstGeom>
          <a:noFill/>
          <a:ln w="0">
            <a:noFill/>
            <a:prstDash val="solid"/>
          </a:ln>
        </p:spPr>
        <p:txBody>
          <a:bodyPr wrap="square" lIns="0" tIns="0" rIns="0" bIns="0" anchor="t">
            <a:noAutofit/>
          </a:bodyPr>
          <a:lstStyle>
            <a:defPPr algn="ctr">
              <a:defRPr sz="2250" b="1">
                <a:solidFill>
                  <a:srgbClr val="287D80"/>
                </a:solidFill>
                <a:latin typeface="DejaVu Sans"/>
                <a:ea typeface="DejaVu Sans"/>
                <a:cs typeface="DejaVu Sans"/>
              </a:defRPr>
            </a:defPPr>
            <a:lvl1pPr algn="ctr">
              <a:defRPr sz="2250" b="1">
                <a:solidFill>
                  <a:srgbClr val="287D80"/>
                </a:solidFill>
                <a:latin typeface="DejaVu Sans"/>
                <a:ea typeface="DejaVu Sans"/>
                <a:cs typeface="DejaVu Sans"/>
              </a:defRPr>
            </a:lvl1pPr>
            <a:lvl2pPr algn="ctr">
              <a:defRPr sz="2250" b="1">
                <a:solidFill>
                  <a:srgbClr val="287D80"/>
                </a:solidFill>
                <a:latin typeface="DejaVu Sans"/>
                <a:ea typeface="DejaVu Sans"/>
                <a:cs typeface="DejaVu Sans"/>
              </a:defRPr>
            </a:lvl2pPr>
            <a:lvl3pPr algn="ctr">
              <a:defRPr sz="2250" b="1">
                <a:solidFill>
                  <a:srgbClr val="287D80"/>
                </a:solidFill>
                <a:latin typeface="DejaVu Sans"/>
                <a:ea typeface="DejaVu Sans"/>
                <a:cs typeface="DejaVu Sans"/>
              </a:defRPr>
            </a:lvl3pPr>
            <a:lvl4pPr algn="ctr">
              <a:defRPr sz="2250" b="1">
                <a:solidFill>
                  <a:srgbClr val="287D80"/>
                </a:solidFill>
                <a:latin typeface="DejaVu Sans"/>
                <a:ea typeface="DejaVu Sans"/>
                <a:cs typeface="DejaVu Sans"/>
              </a:defRPr>
            </a:lvl4pPr>
            <a:lvl5pPr algn="ctr">
              <a:defRPr sz="2250" b="1">
                <a:solidFill>
                  <a:srgbClr val="287D80"/>
                </a:solidFill>
                <a:latin typeface="DejaVu Sans"/>
                <a:ea typeface="DejaVu Sans"/>
                <a:cs typeface="DejaVu Sans"/>
              </a:defRPr>
            </a:lvl5pPr>
            <a:lvl6pPr algn="ctr">
              <a:defRPr sz="2250" b="1">
                <a:solidFill>
                  <a:srgbClr val="287D80"/>
                </a:solidFill>
                <a:latin typeface="DejaVu Sans"/>
                <a:ea typeface="DejaVu Sans"/>
                <a:cs typeface="DejaVu Sans"/>
              </a:defRPr>
            </a:lvl6pPr>
            <a:lvl7pPr algn="ctr">
              <a:defRPr sz="2250" b="1">
                <a:solidFill>
                  <a:srgbClr val="287D80"/>
                </a:solidFill>
                <a:latin typeface="DejaVu Sans"/>
                <a:ea typeface="DejaVu Sans"/>
                <a:cs typeface="DejaVu Sans"/>
              </a:defRPr>
            </a:lvl7pPr>
            <a:lvl8pPr algn="ctr">
              <a:defRPr sz="2250" b="1">
                <a:solidFill>
                  <a:srgbClr val="287D80"/>
                </a:solidFill>
                <a:latin typeface="DejaVu Sans"/>
                <a:ea typeface="DejaVu Sans"/>
                <a:cs typeface="DejaVu Sans"/>
              </a:defRPr>
            </a:lvl8pPr>
            <a:lvl9pPr algn="ctr">
              <a:defRPr sz="2250" b="1">
                <a:solidFill>
                  <a:srgbClr val="287D80"/>
                </a:solidFill>
                <a:latin typeface="DejaVu Sans"/>
                <a:ea typeface="DejaVu Sans"/>
                <a:cs typeface="DejaVu Sans"/>
              </a:defRPr>
            </a:lvl9pPr>
          </a:lstStyle>
          <a:p>
            <a:pPr algn="ctr">
              <a:defRPr sz="2250" b="1">
                <a:solidFill>
                  <a:srgbClr val="287D80"/>
                </a:solidFill>
                <a:latin typeface="DejaVu Sans"/>
                <a:ea typeface="DejaVu Sans"/>
                <a:cs typeface="DejaVu Sans"/>
              </a:defRPr>
            </a:pPr>
            <a:r>
              <a:rPr sz="2250" b="1">
                <a:solidFill>
                  <a:srgbClr val="287D80"/>
                </a:solidFill>
                <a:latin typeface="DejaVu Sans"/>
                <a:ea typeface="DejaVu Sans"/>
                <a:cs typeface="DejaVu Sans"/>
              </a:rPr>
              <a:t>FIGURE 1</a:t>
            </a:r>
          </a:p>
        </p:txBody>
      </p:sp>
      <p:sp>
        <p:nvSpPr>
          <p:cNvPr id="35" name="text-35">
            <a:extLst>
              <a:ext uri="{FF2B5EF4-FFF2-40B4-BE49-F238E27FC236}">
                <a16:creationId xmlns:a16="http://schemas.microsoft.com/office/drawing/2014/main" id="{EA19F940-A902-42C6-A776-FEFF84901FA6}"/>
              </a:ext>
            </a:extLst>
          </p:cNvPr>
          <p:cNvSpPr>
            <a:spLocks noGrp="1"/>
          </p:cNvSpPr>
          <p:nvPr/>
        </p:nvSpPr>
        <p:spPr>
          <a:xfrm>
            <a:off x="7610475" y="14097000"/>
            <a:ext cx="5753100" cy="1333500"/>
          </a:xfrm>
          <a:prstGeom prst="rect">
            <a:avLst/>
          </a:prstGeom>
          <a:noFill/>
          <a:ln w="0">
            <a:noFill/>
            <a:prstDash val="solid"/>
          </a:ln>
        </p:spPr>
        <p:txBody>
          <a:bodyPr wrap="square" lIns="0" tIns="0" rIns="0" bIns="0" anchor="t">
            <a:noAutofit/>
          </a:bodyPr>
          <a:lstStyle>
            <a:defPPr algn="ctr">
              <a:defRPr sz="3075" b="0">
                <a:solidFill>
                  <a:srgbClr val="58707E"/>
                </a:solidFill>
                <a:latin typeface="DejaVu Sans"/>
                <a:ea typeface="DejaVu Sans"/>
                <a:cs typeface="DejaVu Sans"/>
              </a:defRPr>
            </a:defPPr>
            <a:lvl1pPr algn="ctr">
              <a:defRPr sz="3075" b="0">
                <a:solidFill>
                  <a:srgbClr val="58707E"/>
                </a:solidFill>
                <a:latin typeface="DejaVu Sans"/>
                <a:ea typeface="DejaVu Sans"/>
                <a:cs typeface="DejaVu Sans"/>
              </a:defRPr>
            </a:lvl1pPr>
            <a:lvl2pPr algn="ctr">
              <a:defRPr sz="3075" b="0">
                <a:solidFill>
                  <a:srgbClr val="58707E"/>
                </a:solidFill>
                <a:latin typeface="DejaVu Sans"/>
                <a:ea typeface="DejaVu Sans"/>
                <a:cs typeface="DejaVu Sans"/>
              </a:defRPr>
            </a:lvl2pPr>
            <a:lvl3pPr algn="ctr">
              <a:defRPr sz="3075" b="0">
                <a:solidFill>
                  <a:srgbClr val="58707E"/>
                </a:solidFill>
                <a:latin typeface="DejaVu Sans"/>
                <a:ea typeface="DejaVu Sans"/>
                <a:cs typeface="DejaVu Sans"/>
              </a:defRPr>
            </a:lvl3pPr>
            <a:lvl4pPr algn="ctr">
              <a:defRPr sz="3075" b="0">
                <a:solidFill>
                  <a:srgbClr val="58707E"/>
                </a:solidFill>
                <a:latin typeface="DejaVu Sans"/>
                <a:ea typeface="DejaVu Sans"/>
                <a:cs typeface="DejaVu Sans"/>
              </a:defRPr>
            </a:lvl4pPr>
            <a:lvl5pPr algn="ctr">
              <a:defRPr sz="3075" b="0">
                <a:solidFill>
                  <a:srgbClr val="58707E"/>
                </a:solidFill>
                <a:latin typeface="DejaVu Sans"/>
                <a:ea typeface="DejaVu Sans"/>
                <a:cs typeface="DejaVu Sans"/>
              </a:defRPr>
            </a:lvl5pPr>
            <a:lvl6pPr algn="ctr">
              <a:defRPr sz="3075" b="0">
                <a:solidFill>
                  <a:srgbClr val="58707E"/>
                </a:solidFill>
                <a:latin typeface="DejaVu Sans"/>
                <a:ea typeface="DejaVu Sans"/>
                <a:cs typeface="DejaVu Sans"/>
              </a:defRPr>
            </a:lvl6pPr>
            <a:lvl7pPr algn="ctr">
              <a:defRPr sz="3075" b="0">
                <a:solidFill>
                  <a:srgbClr val="58707E"/>
                </a:solidFill>
                <a:latin typeface="DejaVu Sans"/>
                <a:ea typeface="DejaVu Sans"/>
                <a:cs typeface="DejaVu Sans"/>
              </a:defRPr>
            </a:lvl7pPr>
            <a:lvl8pPr algn="ctr">
              <a:defRPr sz="3075" b="0">
                <a:solidFill>
                  <a:srgbClr val="58707E"/>
                </a:solidFill>
                <a:latin typeface="DejaVu Sans"/>
                <a:ea typeface="DejaVu Sans"/>
                <a:cs typeface="DejaVu Sans"/>
              </a:defRPr>
            </a:lvl8pPr>
            <a:lvl9pPr algn="ctr">
              <a:defRPr sz="3075" b="0">
                <a:solidFill>
                  <a:srgbClr val="58707E"/>
                </a:solidFill>
                <a:latin typeface="DejaVu Sans"/>
                <a:ea typeface="DejaVu Sans"/>
                <a:cs typeface="DejaVu Sans"/>
              </a:defRPr>
            </a:lvl9pPr>
          </a:lstStyle>
          <a:p>
            <a:pPr algn="ctr">
              <a:defRPr sz="3075" b="0">
                <a:solidFill>
                  <a:srgbClr val="58707E"/>
                </a:solidFill>
                <a:latin typeface="DejaVu Sans"/>
                <a:ea typeface="DejaVu Sans"/>
                <a:cs typeface="DejaVu Sans"/>
              </a:defRPr>
            </a:pPr>
            <a:r>
              <a:rPr sz="3075" b="0">
                <a:solidFill>
                  <a:srgbClr val="58707E"/>
                </a:solidFill>
                <a:latin typeface="DejaVu Sans"/>
                <a:ea typeface="DejaVu Sans"/>
                <a:cs typeface="DejaVu Sans"/>
              </a:rPr>
              <a:t>[Insert your main chart,</a:t>
            </a:r>
          </a:p>
          <a:p>
            <a:pPr algn="ctr">
              <a:defRPr sz="3075" b="0">
                <a:solidFill>
                  <a:srgbClr val="58707E"/>
                </a:solidFill>
                <a:latin typeface="DejaVu Sans"/>
                <a:ea typeface="DejaVu Sans"/>
                <a:cs typeface="DejaVu Sans"/>
              </a:defRPr>
            </a:pPr>
            <a:r>
              <a:rPr sz="3075" b="0">
                <a:solidFill>
                  <a:srgbClr val="58707E"/>
                </a:solidFill>
                <a:latin typeface="DejaVu Sans"/>
                <a:ea typeface="DejaVu Sans"/>
                <a:cs typeface="DejaVu Sans"/>
              </a:rPr>
              <a:t>scientific image or diagram]</a:t>
            </a:r>
          </a:p>
        </p:txBody>
      </p:sp>
      <p:sp>
        <p:nvSpPr>
          <p:cNvPr id="36" name="text-36">
            <a:extLst>
              <a:ext uri="{FF2B5EF4-FFF2-40B4-BE49-F238E27FC236}">
                <a16:creationId xmlns:a16="http://schemas.microsoft.com/office/drawing/2014/main" id="{9C86ABD8-7CF6-4C90-A941-031A65D4F1A3}"/>
              </a:ext>
            </a:extLst>
          </p:cNvPr>
          <p:cNvSpPr>
            <a:spLocks noGrp="1"/>
          </p:cNvSpPr>
          <p:nvPr/>
        </p:nvSpPr>
        <p:spPr>
          <a:xfrm>
            <a:off x="7705725" y="16097250"/>
            <a:ext cx="5562600" cy="904875"/>
          </a:xfrm>
          <a:prstGeom prst="rect">
            <a:avLst/>
          </a:prstGeom>
          <a:noFill/>
          <a:ln w="0">
            <a:noFill/>
            <a:prstDash val="solid"/>
          </a:ln>
        </p:spPr>
        <p:txBody>
          <a:bodyPr wrap="square" lIns="0" tIns="0" rIns="0" bIns="0" anchor="t">
            <a:noAutofit/>
          </a:bodyPr>
          <a:lstStyle>
            <a:defPPr algn="ctr">
              <a:defRPr sz="2325" b="0">
                <a:solidFill>
                  <a:srgbClr val="58707E"/>
                </a:solidFill>
                <a:latin typeface="DejaVu Sans"/>
                <a:ea typeface="DejaVu Sans"/>
                <a:cs typeface="DejaVu Sans"/>
              </a:defRPr>
            </a:defPPr>
            <a:lvl1pPr algn="ctr">
              <a:defRPr sz="2325" b="0">
                <a:solidFill>
                  <a:srgbClr val="58707E"/>
                </a:solidFill>
                <a:latin typeface="DejaVu Sans"/>
                <a:ea typeface="DejaVu Sans"/>
                <a:cs typeface="DejaVu Sans"/>
              </a:defRPr>
            </a:lvl1pPr>
            <a:lvl2pPr algn="ctr">
              <a:defRPr sz="2325" b="0">
                <a:solidFill>
                  <a:srgbClr val="58707E"/>
                </a:solidFill>
                <a:latin typeface="DejaVu Sans"/>
                <a:ea typeface="DejaVu Sans"/>
                <a:cs typeface="DejaVu Sans"/>
              </a:defRPr>
            </a:lvl2pPr>
            <a:lvl3pPr algn="ctr">
              <a:defRPr sz="2325" b="0">
                <a:solidFill>
                  <a:srgbClr val="58707E"/>
                </a:solidFill>
                <a:latin typeface="DejaVu Sans"/>
                <a:ea typeface="DejaVu Sans"/>
                <a:cs typeface="DejaVu Sans"/>
              </a:defRPr>
            </a:lvl3pPr>
            <a:lvl4pPr algn="ctr">
              <a:defRPr sz="2325" b="0">
                <a:solidFill>
                  <a:srgbClr val="58707E"/>
                </a:solidFill>
                <a:latin typeface="DejaVu Sans"/>
                <a:ea typeface="DejaVu Sans"/>
                <a:cs typeface="DejaVu Sans"/>
              </a:defRPr>
            </a:lvl4pPr>
            <a:lvl5pPr algn="ctr">
              <a:defRPr sz="2325" b="0">
                <a:solidFill>
                  <a:srgbClr val="58707E"/>
                </a:solidFill>
                <a:latin typeface="DejaVu Sans"/>
                <a:ea typeface="DejaVu Sans"/>
                <a:cs typeface="DejaVu Sans"/>
              </a:defRPr>
            </a:lvl5pPr>
            <a:lvl6pPr algn="ctr">
              <a:defRPr sz="2325" b="0">
                <a:solidFill>
                  <a:srgbClr val="58707E"/>
                </a:solidFill>
                <a:latin typeface="DejaVu Sans"/>
                <a:ea typeface="DejaVu Sans"/>
                <a:cs typeface="DejaVu Sans"/>
              </a:defRPr>
            </a:lvl6pPr>
            <a:lvl7pPr algn="ctr">
              <a:defRPr sz="2325" b="0">
                <a:solidFill>
                  <a:srgbClr val="58707E"/>
                </a:solidFill>
                <a:latin typeface="DejaVu Sans"/>
                <a:ea typeface="DejaVu Sans"/>
                <a:cs typeface="DejaVu Sans"/>
              </a:defRPr>
            </a:lvl7pPr>
            <a:lvl8pPr algn="ctr">
              <a:defRPr sz="2325" b="0">
                <a:solidFill>
                  <a:srgbClr val="58707E"/>
                </a:solidFill>
                <a:latin typeface="DejaVu Sans"/>
                <a:ea typeface="DejaVu Sans"/>
                <a:cs typeface="DejaVu Sans"/>
              </a:defRPr>
            </a:lvl8pPr>
            <a:lvl9pPr algn="ctr">
              <a:defRPr sz="2325" b="0">
                <a:solidFill>
                  <a:srgbClr val="58707E"/>
                </a:solidFill>
                <a:latin typeface="DejaVu Sans"/>
                <a:ea typeface="DejaVu Sans"/>
                <a:cs typeface="DejaVu Sans"/>
              </a:defRPr>
            </a:lvl9pPr>
          </a:lstStyle>
          <a:p>
            <a:pPr algn="ctr">
              <a:defRPr sz="2325" b="0">
                <a:solidFill>
                  <a:srgbClr val="58707E"/>
                </a:solidFill>
                <a:latin typeface="DejaVu Sans"/>
                <a:ea typeface="DejaVu Sans"/>
                <a:cs typeface="DejaVu Sans"/>
              </a:defRPr>
            </a:pPr>
            <a:r>
              <a:rPr sz="2325" b="0">
                <a:solidFill>
                  <a:srgbClr val="58707E"/>
                </a:solidFill>
                <a:latin typeface="DejaVu Sans"/>
                <a:ea typeface="DejaVu Sans"/>
                <a:cs typeface="DejaVu Sans"/>
              </a:rPr>
              <a:t>Use actual study data.</a:t>
            </a:r>
          </a:p>
          <a:p>
            <a:pPr algn="ctr">
              <a:defRPr sz="2325" b="0">
                <a:solidFill>
                  <a:srgbClr val="58707E"/>
                </a:solidFill>
                <a:latin typeface="DejaVu Sans"/>
                <a:ea typeface="DejaVu Sans"/>
                <a:cs typeface="DejaVu Sans"/>
              </a:defRPr>
            </a:pPr>
            <a:r>
              <a:rPr sz="2325" b="0">
                <a:solidFill>
                  <a:srgbClr val="58707E"/>
                </a:solidFill>
                <a:latin typeface="DejaVu Sans"/>
                <a:ea typeface="DejaVu Sans"/>
                <a:cs typeface="DejaVu Sans"/>
              </a:rPr>
              <a:t>Label axes, units and groups.</a:t>
            </a:r>
          </a:p>
        </p:txBody>
      </p:sp>
      <p:sp>
        <p:nvSpPr>
          <p:cNvPr id="37" name="text-37">
            <a:extLst>
              <a:ext uri="{FF2B5EF4-FFF2-40B4-BE49-F238E27FC236}">
                <a16:creationId xmlns:a16="http://schemas.microsoft.com/office/drawing/2014/main" id="{AEF99F2B-435C-48F7-B0DA-CAB277051E94}"/>
              </a:ext>
            </a:extLst>
          </p:cNvPr>
          <p:cNvSpPr>
            <a:spLocks noGrp="1"/>
          </p:cNvSpPr>
          <p:nvPr/>
        </p:nvSpPr>
        <p:spPr>
          <a:xfrm>
            <a:off x="7181850" y="17945100"/>
            <a:ext cx="6610350" cy="1304925"/>
          </a:xfrm>
          <a:prstGeom prst="rect">
            <a:avLst/>
          </a:prstGeom>
          <a:noFill/>
          <a:ln w="0">
            <a:noFill/>
            <a:prstDash val="solid"/>
          </a:ln>
        </p:spPr>
        <p:txBody>
          <a:bodyPr wrap="square" lIns="0" tIns="0" rIns="0" bIns="0" anchor="t">
            <a:noAutofit/>
          </a:bodyPr>
          <a:lstStyle>
            <a:defPPr algn="l">
              <a:defRPr sz="2325" b="0">
                <a:solidFill>
                  <a:srgbClr val="293F50"/>
                </a:solidFill>
                <a:latin typeface="DejaVu Sans"/>
                <a:ea typeface="DejaVu Sans"/>
                <a:cs typeface="DejaVu Sans"/>
              </a:defRPr>
            </a:defPPr>
            <a:lvl1pPr algn="l">
              <a:defRPr sz="2325" b="0">
                <a:solidFill>
                  <a:srgbClr val="293F50"/>
                </a:solidFill>
                <a:latin typeface="DejaVu Sans"/>
                <a:ea typeface="DejaVu Sans"/>
                <a:cs typeface="DejaVu Sans"/>
              </a:defRPr>
            </a:lvl1pPr>
            <a:lvl2pPr algn="l">
              <a:defRPr sz="2325" b="0">
                <a:solidFill>
                  <a:srgbClr val="293F50"/>
                </a:solidFill>
                <a:latin typeface="DejaVu Sans"/>
                <a:ea typeface="DejaVu Sans"/>
                <a:cs typeface="DejaVu Sans"/>
              </a:defRPr>
            </a:lvl2pPr>
            <a:lvl3pPr algn="l">
              <a:defRPr sz="2325" b="0">
                <a:solidFill>
                  <a:srgbClr val="293F50"/>
                </a:solidFill>
                <a:latin typeface="DejaVu Sans"/>
                <a:ea typeface="DejaVu Sans"/>
                <a:cs typeface="DejaVu Sans"/>
              </a:defRPr>
            </a:lvl3pPr>
            <a:lvl4pPr algn="l">
              <a:defRPr sz="2325" b="0">
                <a:solidFill>
                  <a:srgbClr val="293F50"/>
                </a:solidFill>
                <a:latin typeface="DejaVu Sans"/>
                <a:ea typeface="DejaVu Sans"/>
                <a:cs typeface="DejaVu Sans"/>
              </a:defRPr>
            </a:lvl4pPr>
            <a:lvl5pPr algn="l">
              <a:defRPr sz="2325" b="0">
                <a:solidFill>
                  <a:srgbClr val="293F50"/>
                </a:solidFill>
                <a:latin typeface="DejaVu Sans"/>
                <a:ea typeface="DejaVu Sans"/>
                <a:cs typeface="DejaVu Sans"/>
              </a:defRPr>
            </a:lvl5pPr>
            <a:lvl6pPr algn="l">
              <a:defRPr sz="2325" b="0">
                <a:solidFill>
                  <a:srgbClr val="293F50"/>
                </a:solidFill>
                <a:latin typeface="DejaVu Sans"/>
                <a:ea typeface="DejaVu Sans"/>
                <a:cs typeface="DejaVu Sans"/>
              </a:defRPr>
            </a:lvl6pPr>
            <a:lvl7pPr algn="l">
              <a:defRPr sz="2325" b="0">
                <a:solidFill>
                  <a:srgbClr val="293F50"/>
                </a:solidFill>
                <a:latin typeface="DejaVu Sans"/>
                <a:ea typeface="DejaVu Sans"/>
                <a:cs typeface="DejaVu Sans"/>
              </a:defRPr>
            </a:lvl7pPr>
            <a:lvl8pPr algn="l">
              <a:defRPr sz="2325" b="0">
                <a:solidFill>
                  <a:srgbClr val="293F50"/>
                </a:solidFill>
                <a:latin typeface="DejaVu Sans"/>
                <a:ea typeface="DejaVu Sans"/>
                <a:cs typeface="DejaVu Sans"/>
              </a:defRPr>
            </a:lvl8pPr>
            <a:lvl9pPr algn="l">
              <a:defRPr sz="2325" b="0">
                <a:solidFill>
                  <a:srgbClr val="293F50"/>
                </a:solidFill>
                <a:latin typeface="DejaVu Sans"/>
                <a:ea typeface="DejaVu Sans"/>
                <a:cs typeface="DejaVu Sans"/>
              </a:defRPr>
            </a:lvl9pPr>
          </a:lstStyle>
          <a:p>
            <a:pPr algn="l">
              <a:defRPr sz="2325" b="0">
                <a:solidFill>
                  <a:srgbClr val="293F50"/>
                </a:solidFill>
                <a:latin typeface="DejaVu Sans"/>
                <a:ea typeface="DejaVu Sans"/>
                <a:cs typeface="DejaVu Sans"/>
              </a:defRPr>
            </a:pPr>
            <a:r>
              <a:rPr sz="2325" b="0">
                <a:solidFill>
                  <a:srgbClr val="293F50"/>
                </a:solidFill>
                <a:latin typeface="DejaVu Sans"/>
                <a:ea typeface="DejaVu Sans"/>
                <a:cs typeface="DejaVu Sans"/>
              </a:rPr>
              <a:t>Figure 1. [What the visual shows, the sample size and the meaning of any error bars.]</a:t>
            </a:r>
          </a:p>
        </p:txBody>
      </p:sp>
      <p:sp>
        <p:nvSpPr>
          <p:cNvPr id="38" name="text-38">
            <a:extLst>
              <a:ext uri="{FF2B5EF4-FFF2-40B4-BE49-F238E27FC236}">
                <a16:creationId xmlns:a16="http://schemas.microsoft.com/office/drawing/2014/main" id="{61FF288E-BE4D-401A-8419-55462E9A190F}"/>
              </a:ext>
            </a:extLst>
          </p:cNvPr>
          <p:cNvSpPr>
            <a:spLocks noGrp="1"/>
          </p:cNvSpPr>
          <p:nvPr/>
        </p:nvSpPr>
        <p:spPr>
          <a:xfrm>
            <a:off x="7181850" y="19735800"/>
            <a:ext cx="6610350" cy="1009650"/>
          </a:xfrm>
          <a:prstGeom prst="rect">
            <a:avLst/>
          </a:prstGeom>
          <a:noFill/>
          <a:ln w="0">
            <a:noFill/>
            <a:prstDash val="solid"/>
          </a:ln>
        </p:spPr>
        <p:txBody>
          <a:bodyPr wrap="square" lIns="0" tIns="0" rIns="0" bIns="0" anchor="t">
            <a:noAutofit/>
          </a:bodyPr>
          <a:lstStyle>
            <a:defPPr algn="l">
              <a:defRPr sz="3000" b="1">
                <a:solidFill>
                  <a:srgbClr val="16324B"/>
                </a:solidFill>
                <a:latin typeface="DejaVu Sans"/>
                <a:ea typeface="DejaVu Sans"/>
                <a:cs typeface="DejaVu Sans"/>
              </a:defRPr>
            </a:defPPr>
            <a:lvl1pPr algn="l">
              <a:defRPr sz="3000" b="1">
                <a:solidFill>
                  <a:srgbClr val="16324B"/>
                </a:solidFill>
                <a:latin typeface="DejaVu Sans"/>
                <a:ea typeface="DejaVu Sans"/>
                <a:cs typeface="DejaVu Sans"/>
              </a:defRPr>
            </a:lvl1pPr>
            <a:lvl2pPr algn="l">
              <a:defRPr sz="3000" b="1">
                <a:solidFill>
                  <a:srgbClr val="16324B"/>
                </a:solidFill>
                <a:latin typeface="DejaVu Sans"/>
                <a:ea typeface="DejaVu Sans"/>
                <a:cs typeface="DejaVu Sans"/>
              </a:defRPr>
            </a:lvl2pPr>
            <a:lvl3pPr algn="l">
              <a:defRPr sz="3000" b="1">
                <a:solidFill>
                  <a:srgbClr val="16324B"/>
                </a:solidFill>
                <a:latin typeface="DejaVu Sans"/>
                <a:ea typeface="DejaVu Sans"/>
                <a:cs typeface="DejaVu Sans"/>
              </a:defRPr>
            </a:lvl3pPr>
            <a:lvl4pPr algn="l">
              <a:defRPr sz="3000" b="1">
                <a:solidFill>
                  <a:srgbClr val="16324B"/>
                </a:solidFill>
                <a:latin typeface="DejaVu Sans"/>
                <a:ea typeface="DejaVu Sans"/>
                <a:cs typeface="DejaVu Sans"/>
              </a:defRPr>
            </a:lvl4pPr>
            <a:lvl5pPr algn="l">
              <a:defRPr sz="3000" b="1">
                <a:solidFill>
                  <a:srgbClr val="16324B"/>
                </a:solidFill>
                <a:latin typeface="DejaVu Sans"/>
                <a:ea typeface="DejaVu Sans"/>
                <a:cs typeface="DejaVu Sans"/>
              </a:defRPr>
            </a:lvl5pPr>
            <a:lvl6pPr algn="l">
              <a:defRPr sz="3000" b="1">
                <a:solidFill>
                  <a:srgbClr val="16324B"/>
                </a:solidFill>
                <a:latin typeface="DejaVu Sans"/>
                <a:ea typeface="DejaVu Sans"/>
                <a:cs typeface="DejaVu Sans"/>
              </a:defRPr>
            </a:lvl6pPr>
            <a:lvl7pPr algn="l">
              <a:defRPr sz="3000" b="1">
                <a:solidFill>
                  <a:srgbClr val="16324B"/>
                </a:solidFill>
                <a:latin typeface="DejaVu Sans"/>
                <a:ea typeface="DejaVu Sans"/>
                <a:cs typeface="DejaVu Sans"/>
              </a:defRPr>
            </a:lvl7pPr>
            <a:lvl8pPr algn="l">
              <a:defRPr sz="3000" b="1">
                <a:solidFill>
                  <a:srgbClr val="16324B"/>
                </a:solidFill>
                <a:latin typeface="DejaVu Sans"/>
                <a:ea typeface="DejaVu Sans"/>
                <a:cs typeface="DejaVu Sans"/>
              </a:defRPr>
            </a:lvl8pPr>
            <a:lvl9pPr algn="l">
              <a:defRPr sz="3000" b="1">
                <a:solidFill>
                  <a:srgbClr val="16324B"/>
                </a:solidFill>
                <a:latin typeface="DejaVu Sans"/>
                <a:ea typeface="DejaVu Sans"/>
                <a:cs typeface="DejaVu Sans"/>
              </a:defRPr>
            </a:lvl9pPr>
          </a:lstStyle>
          <a:p>
            <a:pPr algn="l">
              <a:defRPr sz="3000" b="1">
                <a:solidFill>
                  <a:srgbClr val="16324B"/>
                </a:solidFill>
                <a:latin typeface="DejaVu Sans"/>
                <a:ea typeface="DejaVu Sans"/>
                <a:cs typeface="DejaVu Sans"/>
              </a:defRPr>
            </a:pPr>
            <a:r>
              <a:rPr sz="3000" b="1">
                <a:solidFill>
                  <a:srgbClr val="16324B"/>
                </a:solidFill>
                <a:latin typeface="DejaVu Sans"/>
                <a:ea typeface="DejaVu Sans"/>
                <a:cs typeface="DejaVu Sans"/>
              </a:rPr>
              <a:t>[Second finding or supporting evidence]</a:t>
            </a:r>
          </a:p>
        </p:txBody>
      </p:sp>
      <p:sp>
        <p:nvSpPr>
          <p:cNvPr id="39" name="block-39">
            <a:extLst>
              <a:ext uri="{FF2B5EF4-FFF2-40B4-BE49-F238E27FC236}">
                <a16:creationId xmlns:a16="http://schemas.microsoft.com/office/drawing/2014/main" id="{71CF7EA7-5211-444A-B677-E3F52E4056F8}"/>
              </a:ext>
            </a:extLst>
          </p:cNvPr>
          <p:cNvSpPr>
            <a:spLocks noGrp="1"/>
          </p:cNvSpPr>
          <p:nvPr/>
        </p:nvSpPr>
        <p:spPr>
          <a:xfrm>
            <a:off x="7181850" y="21145500"/>
            <a:ext cx="6610350" cy="2619375"/>
          </a:xfrm>
          <a:prstGeom prst="rect">
            <a:avLst/>
          </a:prstGeom>
          <a:solidFill>
            <a:srgbClr val="F5F8F8"/>
          </a:solidFill>
          <a:ln w="19050">
            <a:solidFill>
              <a:srgbClr val="CAD9DA"/>
            </a:solidFill>
            <a:prstDash val="solid"/>
          </a:ln>
        </p:spPr>
      </p:sp>
      <p:sp>
        <p:nvSpPr>
          <p:cNvPr id="40" name="text-40">
            <a:extLst>
              <a:ext uri="{FF2B5EF4-FFF2-40B4-BE49-F238E27FC236}">
                <a16:creationId xmlns:a16="http://schemas.microsoft.com/office/drawing/2014/main" id="{66AA036D-266D-4E3B-A9C9-62BE3FE121FB}"/>
              </a:ext>
            </a:extLst>
          </p:cNvPr>
          <p:cNvSpPr>
            <a:spLocks noGrp="1"/>
          </p:cNvSpPr>
          <p:nvPr/>
        </p:nvSpPr>
        <p:spPr>
          <a:xfrm>
            <a:off x="7515225" y="21859875"/>
            <a:ext cx="5943600" cy="1285875"/>
          </a:xfrm>
          <a:prstGeom prst="rect">
            <a:avLst/>
          </a:prstGeom>
          <a:noFill/>
          <a:ln w="0">
            <a:noFill/>
            <a:prstDash val="solid"/>
          </a:ln>
        </p:spPr>
        <p:txBody>
          <a:bodyPr wrap="square" lIns="0" tIns="0" rIns="0" bIns="0" anchor="t">
            <a:noAutofit/>
          </a:bodyPr>
          <a:lstStyle>
            <a:defPPr algn="ctr">
              <a:defRPr sz="2700" b="0">
                <a:solidFill>
                  <a:srgbClr val="58707E"/>
                </a:solidFill>
                <a:latin typeface="DejaVu Sans"/>
                <a:ea typeface="DejaVu Sans"/>
                <a:cs typeface="DejaVu Sans"/>
              </a:defRPr>
            </a:defPPr>
            <a:lvl1pPr algn="ctr">
              <a:defRPr sz="2700" b="0">
                <a:solidFill>
                  <a:srgbClr val="58707E"/>
                </a:solidFill>
                <a:latin typeface="DejaVu Sans"/>
                <a:ea typeface="DejaVu Sans"/>
                <a:cs typeface="DejaVu Sans"/>
              </a:defRPr>
            </a:lvl1pPr>
            <a:lvl2pPr algn="ctr">
              <a:defRPr sz="2700" b="0">
                <a:solidFill>
                  <a:srgbClr val="58707E"/>
                </a:solidFill>
                <a:latin typeface="DejaVu Sans"/>
                <a:ea typeface="DejaVu Sans"/>
                <a:cs typeface="DejaVu Sans"/>
              </a:defRPr>
            </a:lvl2pPr>
            <a:lvl3pPr algn="ctr">
              <a:defRPr sz="2700" b="0">
                <a:solidFill>
                  <a:srgbClr val="58707E"/>
                </a:solidFill>
                <a:latin typeface="DejaVu Sans"/>
                <a:ea typeface="DejaVu Sans"/>
                <a:cs typeface="DejaVu Sans"/>
              </a:defRPr>
            </a:lvl3pPr>
            <a:lvl4pPr algn="ctr">
              <a:defRPr sz="2700" b="0">
                <a:solidFill>
                  <a:srgbClr val="58707E"/>
                </a:solidFill>
                <a:latin typeface="DejaVu Sans"/>
                <a:ea typeface="DejaVu Sans"/>
                <a:cs typeface="DejaVu Sans"/>
              </a:defRPr>
            </a:lvl4pPr>
            <a:lvl5pPr algn="ctr">
              <a:defRPr sz="2700" b="0">
                <a:solidFill>
                  <a:srgbClr val="58707E"/>
                </a:solidFill>
                <a:latin typeface="DejaVu Sans"/>
                <a:ea typeface="DejaVu Sans"/>
                <a:cs typeface="DejaVu Sans"/>
              </a:defRPr>
            </a:lvl5pPr>
            <a:lvl6pPr algn="ctr">
              <a:defRPr sz="2700" b="0">
                <a:solidFill>
                  <a:srgbClr val="58707E"/>
                </a:solidFill>
                <a:latin typeface="DejaVu Sans"/>
                <a:ea typeface="DejaVu Sans"/>
                <a:cs typeface="DejaVu Sans"/>
              </a:defRPr>
            </a:lvl6pPr>
            <a:lvl7pPr algn="ctr">
              <a:defRPr sz="2700" b="0">
                <a:solidFill>
                  <a:srgbClr val="58707E"/>
                </a:solidFill>
                <a:latin typeface="DejaVu Sans"/>
                <a:ea typeface="DejaVu Sans"/>
                <a:cs typeface="DejaVu Sans"/>
              </a:defRPr>
            </a:lvl7pPr>
            <a:lvl8pPr algn="ctr">
              <a:defRPr sz="2700" b="0">
                <a:solidFill>
                  <a:srgbClr val="58707E"/>
                </a:solidFill>
                <a:latin typeface="DejaVu Sans"/>
                <a:ea typeface="DejaVu Sans"/>
                <a:cs typeface="DejaVu Sans"/>
              </a:defRPr>
            </a:lvl8pPr>
            <a:lvl9pPr algn="ctr">
              <a:defRPr sz="2700" b="0">
                <a:solidFill>
                  <a:srgbClr val="58707E"/>
                </a:solidFill>
                <a:latin typeface="DejaVu Sans"/>
                <a:ea typeface="DejaVu Sans"/>
                <a:cs typeface="DejaVu Sans"/>
              </a:defRPr>
            </a:lvl9pPr>
          </a:lstStyle>
          <a:p>
            <a:pPr algn="ctr">
              <a:defRPr sz="2700" b="0">
                <a:solidFill>
                  <a:srgbClr val="58707E"/>
                </a:solidFill>
                <a:latin typeface="DejaVu Sans"/>
                <a:ea typeface="DejaVu Sans"/>
                <a:cs typeface="DejaVu Sans"/>
              </a:defRPr>
            </a:pPr>
            <a:r>
              <a:rPr sz="2700" b="0">
                <a:solidFill>
                  <a:srgbClr val="58707E"/>
                </a:solidFill>
                <a:latin typeface="DejaVu Sans"/>
                <a:ea typeface="DejaVu Sans"/>
                <a:cs typeface="DejaVu Sans"/>
              </a:rPr>
              <a:t>[Insert a compact table,</a:t>
            </a:r>
          </a:p>
          <a:p>
            <a:pPr algn="ctr">
              <a:defRPr sz="2700" b="0">
                <a:solidFill>
                  <a:srgbClr val="58707E"/>
                </a:solidFill>
                <a:latin typeface="DejaVu Sans"/>
                <a:ea typeface="DejaVu Sans"/>
                <a:cs typeface="DejaVu Sans"/>
              </a:defRPr>
            </a:pPr>
            <a:r>
              <a:rPr sz="2700" b="0">
                <a:solidFill>
                  <a:srgbClr val="58707E"/>
                </a:solidFill>
                <a:latin typeface="DejaVu Sans"/>
                <a:ea typeface="DejaVu Sans"/>
                <a:cs typeface="DejaVu Sans"/>
              </a:rPr>
              <a:t>second visual or qualitative themes]</a:t>
            </a:r>
          </a:p>
        </p:txBody>
      </p:sp>
      <p:sp>
        <p:nvSpPr>
          <p:cNvPr id="41" name="text-41">
            <a:extLst>
              <a:ext uri="{FF2B5EF4-FFF2-40B4-BE49-F238E27FC236}">
                <a16:creationId xmlns:a16="http://schemas.microsoft.com/office/drawing/2014/main" id="{61F929E2-2DC9-4ABF-A8D0-A5406FA746CD}"/>
              </a:ext>
            </a:extLst>
          </p:cNvPr>
          <p:cNvSpPr>
            <a:spLocks noGrp="1"/>
          </p:cNvSpPr>
          <p:nvPr/>
        </p:nvSpPr>
        <p:spPr>
          <a:xfrm>
            <a:off x="7181850" y="24050625"/>
            <a:ext cx="6610350" cy="1428750"/>
          </a:xfrm>
          <a:prstGeom prst="rect">
            <a:avLst/>
          </a:prstGeom>
          <a:noFill/>
          <a:ln w="0">
            <a:noFill/>
            <a:prstDash val="solid"/>
          </a:ln>
        </p:spPr>
        <p:txBody>
          <a:bodyPr wrap="square" lIns="0" tIns="0" rIns="0" bIns="0" anchor="t">
            <a:noAutofit/>
          </a:bodyPr>
          <a:lstStyle>
            <a:defPPr algn="l">
              <a:defRPr sz="2325" b="0">
                <a:solidFill>
                  <a:srgbClr val="293F50"/>
                </a:solidFill>
                <a:latin typeface="DejaVu Sans"/>
                <a:ea typeface="DejaVu Sans"/>
                <a:cs typeface="DejaVu Sans"/>
              </a:defRPr>
            </a:defPPr>
            <a:lvl1pPr algn="l">
              <a:defRPr sz="2325" b="0">
                <a:solidFill>
                  <a:srgbClr val="293F50"/>
                </a:solidFill>
                <a:latin typeface="DejaVu Sans"/>
                <a:ea typeface="DejaVu Sans"/>
                <a:cs typeface="DejaVu Sans"/>
              </a:defRPr>
            </a:lvl1pPr>
            <a:lvl2pPr algn="l">
              <a:defRPr sz="2325" b="0">
                <a:solidFill>
                  <a:srgbClr val="293F50"/>
                </a:solidFill>
                <a:latin typeface="DejaVu Sans"/>
                <a:ea typeface="DejaVu Sans"/>
                <a:cs typeface="DejaVu Sans"/>
              </a:defRPr>
            </a:lvl2pPr>
            <a:lvl3pPr algn="l">
              <a:defRPr sz="2325" b="0">
                <a:solidFill>
                  <a:srgbClr val="293F50"/>
                </a:solidFill>
                <a:latin typeface="DejaVu Sans"/>
                <a:ea typeface="DejaVu Sans"/>
                <a:cs typeface="DejaVu Sans"/>
              </a:defRPr>
            </a:lvl3pPr>
            <a:lvl4pPr algn="l">
              <a:defRPr sz="2325" b="0">
                <a:solidFill>
                  <a:srgbClr val="293F50"/>
                </a:solidFill>
                <a:latin typeface="DejaVu Sans"/>
                <a:ea typeface="DejaVu Sans"/>
                <a:cs typeface="DejaVu Sans"/>
              </a:defRPr>
            </a:lvl4pPr>
            <a:lvl5pPr algn="l">
              <a:defRPr sz="2325" b="0">
                <a:solidFill>
                  <a:srgbClr val="293F50"/>
                </a:solidFill>
                <a:latin typeface="DejaVu Sans"/>
                <a:ea typeface="DejaVu Sans"/>
                <a:cs typeface="DejaVu Sans"/>
              </a:defRPr>
            </a:lvl5pPr>
            <a:lvl6pPr algn="l">
              <a:defRPr sz="2325" b="0">
                <a:solidFill>
                  <a:srgbClr val="293F50"/>
                </a:solidFill>
                <a:latin typeface="DejaVu Sans"/>
                <a:ea typeface="DejaVu Sans"/>
                <a:cs typeface="DejaVu Sans"/>
              </a:defRPr>
            </a:lvl6pPr>
            <a:lvl7pPr algn="l">
              <a:defRPr sz="2325" b="0">
                <a:solidFill>
                  <a:srgbClr val="293F50"/>
                </a:solidFill>
                <a:latin typeface="DejaVu Sans"/>
                <a:ea typeface="DejaVu Sans"/>
                <a:cs typeface="DejaVu Sans"/>
              </a:defRPr>
            </a:lvl7pPr>
            <a:lvl8pPr algn="l">
              <a:defRPr sz="2325" b="0">
                <a:solidFill>
                  <a:srgbClr val="293F50"/>
                </a:solidFill>
                <a:latin typeface="DejaVu Sans"/>
                <a:ea typeface="DejaVu Sans"/>
                <a:cs typeface="DejaVu Sans"/>
              </a:defRPr>
            </a:lvl8pPr>
            <a:lvl9pPr algn="l">
              <a:defRPr sz="2325" b="0">
                <a:solidFill>
                  <a:srgbClr val="293F50"/>
                </a:solidFill>
                <a:latin typeface="DejaVu Sans"/>
                <a:ea typeface="DejaVu Sans"/>
                <a:cs typeface="DejaVu Sans"/>
              </a:defRPr>
            </a:lvl9pPr>
          </a:lstStyle>
          <a:p>
            <a:pPr algn="l">
              <a:defRPr sz="2325" b="0">
                <a:solidFill>
                  <a:srgbClr val="293F50"/>
                </a:solidFill>
                <a:latin typeface="DejaVu Sans"/>
                <a:ea typeface="DejaVu Sans"/>
                <a:cs typeface="DejaVu Sans"/>
              </a:defRPr>
            </a:pPr>
            <a:r>
              <a:rPr sz="2325" b="0" dirty="0">
                <a:solidFill>
                  <a:srgbClr val="293F50"/>
                </a:solidFill>
                <a:latin typeface="DejaVu Sans"/>
                <a:ea typeface="DejaVu Sans"/>
                <a:cs typeface="DejaVu Sans"/>
              </a:rPr>
              <a:t>Figure/Table 2. [Concise caption.]</a:t>
            </a:r>
          </a:p>
          <a:p>
            <a:pPr algn="l">
              <a:defRPr sz="2325" b="0">
                <a:solidFill>
                  <a:srgbClr val="293F50"/>
                </a:solidFill>
                <a:latin typeface="DejaVu Sans"/>
                <a:ea typeface="DejaVu Sans"/>
                <a:cs typeface="DejaVu Sans"/>
              </a:defRPr>
            </a:pPr>
            <a:r>
              <a:rPr sz="2325" b="0" dirty="0">
                <a:solidFill>
                  <a:srgbClr val="293F50"/>
                </a:solidFill>
                <a:latin typeface="DejaVu Sans"/>
                <a:ea typeface="DejaVu Sans"/>
                <a:cs typeface="DejaVu Sans"/>
              </a:rPr>
              <a:t>[Report the estimate and uncertainty, or the themes and supporting evidence.]</a:t>
            </a:r>
          </a:p>
        </p:txBody>
      </p:sp>
      <p:sp>
        <p:nvSpPr>
          <p:cNvPr id="42" name="text-42">
            <a:extLst>
              <a:ext uri="{FF2B5EF4-FFF2-40B4-BE49-F238E27FC236}">
                <a16:creationId xmlns:a16="http://schemas.microsoft.com/office/drawing/2014/main" id="{41CEBB10-E15B-46D8-B657-3DF8ED247CEB}"/>
              </a:ext>
            </a:extLst>
          </p:cNvPr>
          <p:cNvSpPr>
            <a:spLocks noGrp="1"/>
          </p:cNvSpPr>
          <p:nvPr/>
        </p:nvSpPr>
        <p:spPr>
          <a:xfrm>
            <a:off x="14401800" y="10001250"/>
            <a:ext cx="628650" cy="571500"/>
          </a:xfrm>
          <a:prstGeom prst="rect">
            <a:avLst/>
          </a:prstGeom>
          <a:noFill/>
          <a:ln w="0">
            <a:noFill/>
            <a:prstDash val="solid"/>
          </a:ln>
        </p:spPr>
        <p:txBody>
          <a:bodyPr wrap="square" lIns="0" tIns="0" rIns="0" bIns="0" anchor="t">
            <a:noAutofit/>
          </a:bodyPr>
          <a:lstStyle>
            <a:defPPr algn="l">
              <a:defRPr sz="2550" b="1">
                <a:solidFill>
                  <a:srgbClr val="287D80"/>
                </a:solidFill>
                <a:latin typeface="DejaVu Sans"/>
                <a:ea typeface="DejaVu Sans"/>
                <a:cs typeface="DejaVu Sans"/>
              </a:defRPr>
            </a:defPPr>
            <a:lvl1pPr algn="l">
              <a:defRPr sz="2550" b="1">
                <a:solidFill>
                  <a:srgbClr val="287D80"/>
                </a:solidFill>
                <a:latin typeface="DejaVu Sans"/>
                <a:ea typeface="DejaVu Sans"/>
                <a:cs typeface="DejaVu Sans"/>
              </a:defRPr>
            </a:lvl1pPr>
            <a:lvl2pPr algn="l">
              <a:defRPr sz="2550" b="1">
                <a:solidFill>
                  <a:srgbClr val="287D80"/>
                </a:solidFill>
                <a:latin typeface="DejaVu Sans"/>
                <a:ea typeface="DejaVu Sans"/>
                <a:cs typeface="DejaVu Sans"/>
              </a:defRPr>
            </a:lvl2pPr>
            <a:lvl3pPr algn="l">
              <a:defRPr sz="2550" b="1">
                <a:solidFill>
                  <a:srgbClr val="287D80"/>
                </a:solidFill>
                <a:latin typeface="DejaVu Sans"/>
                <a:ea typeface="DejaVu Sans"/>
                <a:cs typeface="DejaVu Sans"/>
              </a:defRPr>
            </a:lvl3pPr>
            <a:lvl4pPr algn="l">
              <a:defRPr sz="2550" b="1">
                <a:solidFill>
                  <a:srgbClr val="287D80"/>
                </a:solidFill>
                <a:latin typeface="DejaVu Sans"/>
                <a:ea typeface="DejaVu Sans"/>
                <a:cs typeface="DejaVu Sans"/>
              </a:defRPr>
            </a:lvl4pPr>
            <a:lvl5pPr algn="l">
              <a:defRPr sz="2550" b="1">
                <a:solidFill>
                  <a:srgbClr val="287D80"/>
                </a:solidFill>
                <a:latin typeface="DejaVu Sans"/>
                <a:ea typeface="DejaVu Sans"/>
                <a:cs typeface="DejaVu Sans"/>
              </a:defRPr>
            </a:lvl5pPr>
            <a:lvl6pPr algn="l">
              <a:defRPr sz="2550" b="1">
                <a:solidFill>
                  <a:srgbClr val="287D80"/>
                </a:solidFill>
                <a:latin typeface="DejaVu Sans"/>
                <a:ea typeface="DejaVu Sans"/>
                <a:cs typeface="DejaVu Sans"/>
              </a:defRPr>
            </a:lvl6pPr>
            <a:lvl7pPr algn="l">
              <a:defRPr sz="2550" b="1">
                <a:solidFill>
                  <a:srgbClr val="287D80"/>
                </a:solidFill>
                <a:latin typeface="DejaVu Sans"/>
                <a:ea typeface="DejaVu Sans"/>
                <a:cs typeface="DejaVu Sans"/>
              </a:defRPr>
            </a:lvl7pPr>
            <a:lvl8pPr algn="l">
              <a:defRPr sz="2550" b="1">
                <a:solidFill>
                  <a:srgbClr val="287D80"/>
                </a:solidFill>
                <a:latin typeface="DejaVu Sans"/>
                <a:ea typeface="DejaVu Sans"/>
                <a:cs typeface="DejaVu Sans"/>
              </a:defRPr>
            </a:lvl8pPr>
            <a:lvl9pPr algn="l">
              <a:defRPr sz="2550" b="1">
                <a:solidFill>
                  <a:srgbClr val="287D80"/>
                </a:solidFill>
                <a:latin typeface="DejaVu Sans"/>
                <a:ea typeface="DejaVu Sans"/>
                <a:cs typeface="DejaVu Sans"/>
              </a:defRPr>
            </a:lvl9pPr>
          </a:lstStyle>
          <a:p>
            <a:pPr algn="l">
              <a:defRPr sz="2550" b="1">
                <a:solidFill>
                  <a:srgbClr val="287D80"/>
                </a:solidFill>
                <a:latin typeface="DejaVu Sans"/>
                <a:ea typeface="DejaVu Sans"/>
                <a:cs typeface="DejaVu Sans"/>
              </a:defRPr>
            </a:pPr>
            <a:r>
              <a:rPr sz="2550" b="1" dirty="0">
                <a:solidFill>
                  <a:srgbClr val="287D80"/>
                </a:solidFill>
                <a:latin typeface="DejaVu Sans"/>
                <a:ea typeface="DejaVu Sans"/>
                <a:cs typeface="DejaVu Sans"/>
              </a:rPr>
              <a:t>0</a:t>
            </a:r>
            <a:r>
              <a:rPr lang="en-US" sz="2550" b="1" dirty="0">
                <a:solidFill>
                  <a:srgbClr val="287D80"/>
                </a:solidFill>
                <a:latin typeface="DejaVu Sans"/>
                <a:ea typeface="DejaVu Sans"/>
                <a:cs typeface="DejaVu Sans"/>
              </a:rPr>
              <a:t>5</a:t>
            </a:r>
            <a:endParaRPr sz="2550" b="1" dirty="0">
              <a:solidFill>
                <a:srgbClr val="287D80"/>
              </a:solidFill>
              <a:latin typeface="DejaVu Sans"/>
              <a:ea typeface="DejaVu Sans"/>
              <a:cs typeface="DejaVu Sans"/>
            </a:endParaRPr>
          </a:p>
        </p:txBody>
      </p:sp>
      <p:sp>
        <p:nvSpPr>
          <p:cNvPr id="43" name="text-43">
            <a:extLst>
              <a:ext uri="{FF2B5EF4-FFF2-40B4-BE49-F238E27FC236}">
                <a16:creationId xmlns:a16="http://schemas.microsoft.com/office/drawing/2014/main" id="{ADC94E94-7049-4D3F-B414-A0F826BE8F47}"/>
              </a:ext>
            </a:extLst>
          </p:cNvPr>
          <p:cNvSpPr>
            <a:spLocks noGrp="1"/>
          </p:cNvSpPr>
          <p:nvPr/>
        </p:nvSpPr>
        <p:spPr>
          <a:xfrm>
            <a:off x="15144750" y="9972675"/>
            <a:ext cx="5477250" cy="685800"/>
          </a:xfrm>
          <a:prstGeom prst="rect">
            <a:avLst/>
          </a:prstGeom>
          <a:noFill/>
          <a:ln w="0">
            <a:noFill/>
            <a:prstDash val="solid"/>
          </a:ln>
        </p:spPr>
        <p:txBody>
          <a:bodyPr wrap="square" lIns="0" tIns="0" rIns="0" bIns="0" anchor="t">
            <a:noAutofit/>
          </a:bodyPr>
          <a:lstStyle>
            <a:defPPr algn="l">
              <a:defRPr sz="3225" b="1">
                <a:solidFill>
                  <a:srgbClr val="16324B"/>
                </a:solidFill>
                <a:latin typeface="DejaVu Sans"/>
                <a:ea typeface="DejaVu Sans"/>
                <a:cs typeface="DejaVu Sans"/>
              </a:defRPr>
            </a:defPPr>
            <a:lvl1pPr algn="l">
              <a:defRPr sz="3225" b="1">
                <a:solidFill>
                  <a:srgbClr val="16324B"/>
                </a:solidFill>
                <a:latin typeface="DejaVu Sans"/>
                <a:ea typeface="DejaVu Sans"/>
                <a:cs typeface="DejaVu Sans"/>
              </a:defRPr>
            </a:lvl1pPr>
            <a:lvl2pPr algn="l">
              <a:defRPr sz="3225" b="1">
                <a:solidFill>
                  <a:srgbClr val="16324B"/>
                </a:solidFill>
                <a:latin typeface="DejaVu Sans"/>
                <a:ea typeface="DejaVu Sans"/>
                <a:cs typeface="DejaVu Sans"/>
              </a:defRPr>
            </a:lvl2pPr>
            <a:lvl3pPr algn="l">
              <a:defRPr sz="3225" b="1">
                <a:solidFill>
                  <a:srgbClr val="16324B"/>
                </a:solidFill>
                <a:latin typeface="DejaVu Sans"/>
                <a:ea typeface="DejaVu Sans"/>
                <a:cs typeface="DejaVu Sans"/>
              </a:defRPr>
            </a:lvl3pPr>
            <a:lvl4pPr algn="l">
              <a:defRPr sz="3225" b="1">
                <a:solidFill>
                  <a:srgbClr val="16324B"/>
                </a:solidFill>
                <a:latin typeface="DejaVu Sans"/>
                <a:ea typeface="DejaVu Sans"/>
                <a:cs typeface="DejaVu Sans"/>
              </a:defRPr>
            </a:lvl4pPr>
            <a:lvl5pPr algn="l">
              <a:defRPr sz="3225" b="1">
                <a:solidFill>
                  <a:srgbClr val="16324B"/>
                </a:solidFill>
                <a:latin typeface="DejaVu Sans"/>
                <a:ea typeface="DejaVu Sans"/>
                <a:cs typeface="DejaVu Sans"/>
              </a:defRPr>
            </a:lvl5pPr>
            <a:lvl6pPr algn="l">
              <a:defRPr sz="3225" b="1">
                <a:solidFill>
                  <a:srgbClr val="16324B"/>
                </a:solidFill>
                <a:latin typeface="DejaVu Sans"/>
                <a:ea typeface="DejaVu Sans"/>
                <a:cs typeface="DejaVu Sans"/>
              </a:defRPr>
            </a:lvl6pPr>
            <a:lvl7pPr algn="l">
              <a:defRPr sz="3225" b="1">
                <a:solidFill>
                  <a:srgbClr val="16324B"/>
                </a:solidFill>
                <a:latin typeface="DejaVu Sans"/>
                <a:ea typeface="DejaVu Sans"/>
                <a:cs typeface="DejaVu Sans"/>
              </a:defRPr>
            </a:lvl7pPr>
            <a:lvl8pPr algn="l">
              <a:defRPr sz="3225" b="1">
                <a:solidFill>
                  <a:srgbClr val="16324B"/>
                </a:solidFill>
                <a:latin typeface="DejaVu Sans"/>
                <a:ea typeface="DejaVu Sans"/>
                <a:cs typeface="DejaVu Sans"/>
              </a:defRPr>
            </a:lvl8pPr>
            <a:lvl9pPr algn="l">
              <a:defRPr sz="3225" b="1">
                <a:solidFill>
                  <a:srgbClr val="16324B"/>
                </a:solidFill>
                <a:latin typeface="DejaVu Sans"/>
                <a:ea typeface="DejaVu Sans"/>
                <a:cs typeface="DejaVu Sans"/>
              </a:defRPr>
            </a:lvl9pPr>
          </a:lstStyle>
          <a:p>
            <a:pPr algn="l">
              <a:defRPr sz="3225" b="1">
                <a:solidFill>
                  <a:srgbClr val="16324B"/>
                </a:solidFill>
                <a:latin typeface="DejaVu Sans"/>
                <a:ea typeface="DejaVu Sans"/>
                <a:cs typeface="DejaVu Sans"/>
              </a:defRPr>
            </a:pPr>
            <a:r>
              <a:rPr sz="3225" b="1">
                <a:solidFill>
                  <a:srgbClr val="16324B"/>
                </a:solidFill>
                <a:latin typeface="DejaVu Sans"/>
                <a:ea typeface="DejaVu Sans"/>
                <a:cs typeface="DejaVu Sans"/>
              </a:rPr>
              <a:t>Discussion</a:t>
            </a:r>
          </a:p>
        </p:txBody>
      </p:sp>
      <p:sp>
        <p:nvSpPr>
          <p:cNvPr id="44" name="block-44">
            <a:extLst>
              <a:ext uri="{FF2B5EF4-FFF2-40B4-BE49-F238E27FC236}">
                <a16:creationId xmlns:a16="http://schemas.microsoft.com/office/drawing/2014/main" id="{3EF9442B-FE7C-4A6C-AC6D-BE8F5CE5E084}"/>
              </a:ext>
            </a:extLst>
          </p:cNvPr>
          <p:cNvSpPr>
            <a:spLocks noGrp="1"/>
          </p:cNvSpPr>
          <p:nvPr/>
        </p:nvSpPr>
        <p:spPr>
          <a:xfrm>
            <a:off x="14401800" y="10706100"/>
            <a:ext cx="6220200" cy="19050"/>
          </a:xfrm>
          <a:prstGeom prst="rect">
            <a:avLst/>
          </a:prstGeom>
          <a:solidFill>
            <a:srgbClr val="CAD9DA"/>
          </a:solidFill>
          <a:ln w="0">
            <a:noFill/>
            <a:prstDash val="solid"/>
          </a:ln>
        </p:spPr>
      </p:sp>
      <p:sp>
        <p:nvSpPr>
          <p:cNvPr id="45" name="text-45">
            <a:extLst>
              <a:ext uri="{FF2B5EF4-FFF2-40B4-BE49-F238E27FC236}">
                <a16:creationId xmlns:a16="http://schemas.microsoft.com/office/drawing/2014/main" id="{AE73E18F-D394-4356-833C-CA12F9C5893E}"/>
              </a:ext>
            </a:extLst>
          </p:cNvPr>
          <p:cNvSpPr>
            <a:spLocks noGrp="1"/>
          </p:cNvSpPr>
          <p:nvPr/>
        </p:nvSpPr>
        <p:spPr>
          <a:xfrm>
            <a:off x="14401800" y="10972800"/>
            <a:ext cx="6220200" cy="4286250"/>
          </a:xfrm>
          <a:prstGeom prst="rect">
            <a:avLst/>
          </a:prstGeom>
          <a:noFill/>
          <a:ln w="0">
            <a:noFill/>
            <a:prstDash val="solid"/>
          </a:ln>
        </p:spPr>
        <p:txBody>
          <a:bodyPr wrap="square" lIns="0" tIns="0" rIns="0" bIns="0" anchor="t">
            <a:noAutofit/>
          </a:bodyPr>
          <a:lstStyle>
            <a:defPPr algn="l">
              <a:defRPr sz="2700" b="0">
                <a:solidFill>
                  <a:srgbClr val="293F50"/>
                </a:solidFill>
                <a:latin typeface="DejaVu Sans"/>
                <a:ea typeface="DejaVu Sans"/>
                <a:cs typeface="DejaVu Sans"/>
              </a:defRPr>
            </a:defPPr>
            <a:lvl1pPr algn="l">
              <a:defRPr sz="2700" b="0">
                <a:solidFill>
                  <a:srgbClr val="293F50"/>
                </a:solidFill>
                <a:latin typeface="DejaVu Sans"/>
                <a:ea typeface="DejaVu Sans"/>
                <a:cs typeface="DejaVu Sans"/>
              </a:defRPr>
            </a:lvl1pPr>
            <a:lvl2pPr algn="l">
              <a:defRPr sz="2700" b="0">
                <a:solidFill>
                  <a:srgbClr val="293F50"/>
                </a:solidFill>
                <a:latin typeface="DejaVu Sans"/>
                <a:ea typeface="DejaVu Sans"/>
                <a:cs typeface="DejaVu Sans"/>
              </a:defRPr>
            </a:lvl2pPr>
            <a:lvl3pPr algn="l">
              <a:defRPr sz="2700" b="0">
                <a:solidFill>
                  <a:srgbClr val="293F50"/>
                </a:solidFill>
                <a:latin typeface="DejaVu Sans"/>
                <a:ea typeface="DejaVu Sans"/>
                <a:cs typeface="DejaVu Sans"/>
              </a:defRPr>
            </a:lvl3pPr>
            <a:lvl4pPr algn="l">
              <a:defRPr sz="2700" b="0">
                <a:solidFill>
                  <a:srgbClr val="293F50"/>
                </a:solidFill>
                <a:latin typeface="DejaVu Sans"/>
                <a:ea typeface="DejaVu Sans"/>
                <a:cs typeface="DejaVu Sans"/>
              </a:defRPr>
            </a:lvl4pPr>
            <a:lvl5pPr algn="l">
              <a:defRPr sz="2700" b="0">
                <a:solidFill>
                  <a:srgbClr val="293F50"/>
                </a:solidFill>
                <a:latin typeface="DejaVu Sans"/>
                <a:ea typeface="DejaVu Sans"/>
                <a:cs typeface="DejaVu Sans"/>
              </a:defRPr>
            </a:lvl5pPr>
            <a:lvl6pPr algn="l">
              <a:defRPr sz="2700" b="0">
                <a:solidFill>
                  <a:srgbClr val="293F50"/>
                </a:solidFill>
                <a:latin typeface="DejaVu Sans"/>
                <a:ea typeface="DejaVu Sans"/>
                <a:cs typeface="DejaVu Sans"/>
              </a:defRPr>
            </a:lvl6pPr>
            <a:lvl7pPr algn="l">
              <a:defRPr sz="2700" b="0">
                <a:solidFill>
                  <a:srgbClr val="293F50"/>
                </a:solidFill>
                <a:latin typeface="DejaVu Sans"/>
                <a:ea typeface="DejaVu Sans"/>
                <a:cs typeface="DejaVu Sans"/>
              </a:defRPr>
            </a:lvl7pPr>
            <a:lvl8pPr algn="l">
              <a:defRPr sz="2700" b="0">
                <a:solidFill>
                  <a:srgbClr val="293F50"/>
                </a:solidFill>
                <a:latin typeface="DejaVu Sans"/>
                <a:ea typeface="DejaVu Sans"/>
                <a:cs typeface="DejaVu Sans"/>
              </a:defRPr>
            </a:lvl8pPr>
            <a:lvl9pPr algn="l">
              <a:defRPr sz="2700" b="0">
                <a:solidFill>
                  <a:srgbClr val="293F50"/>
                </a:solidFill>
                <a:latin typeface="DejaVu Sans"/>
                <a:ea typeface="DejaVu Sans"/>
                <a:cs typeface="DejaVu Sans"/>
              </a:defRPr>
            </a:lvl9pPr>
          </a:lstStyle>
          <a:p>
            <a:pPr algn="l">
              <a:defRPr sz="2700" b="0">
                <a:solidFill>
                  <a:srgbClr val="293F50"/>
                </a:solidFill>
                <a:latin typeface="DejaVu Sans"/>
                <a:ea typeface="DejaVu Sans"/>
                <a:cs typeface="DejaVu Sans"/>
              </a:defRPr>
            </a:pPr>
            <a:r>
              <a:rPr sz="2700" b="0">
                <a:solidFill>
                  <a:srgbClr val="293F50"/>
                </a:solidFill>
                <a:latin typeface="DejaVu Sans"/>
                <a:ea typeface="DejaVu Sans"/>
                <a:cs typeface="DejaVu Sans"/>
              </a:rPr>
              <a:t>[What do the findings mean?]</a:t>
            </a:r>
          </a:p>
          <a:p>
            <a:endParaRPr sz="2700" b="0">
              <a:solidFill>
                <a:srgbClr val="293F50"/>
              </a:solidFill>
              <a:latin typeface="DejaVu Sans"/>
              <a:ea typeface="DejaVu Sans"/>
              <a:cs typeface="DejaVu Sans"/>
            </a:endParaRPr>
          </a:p>
          <a:p>
            <a:pPr algn="l">
              <a:defRPr sz="2700" b="0">
                <a:solidFill>
                  <a:srgbClr val="293F50"/>
                </a:solidFill>
                <a:latin typeface="DejaVu Sans"/>
                <a:ea typeface="DejaVu Sans"/>
                <a:cs typeface="DejaVu Sans"/>
              </a:defRPr>
            </a:pPr>
            <a:r>
              <a:rPr sz="2700" b="0">
                <a:solidFill>
                  <a:srgbClr val="293F50"/>
                </a:solidFill>
                <a:latin typeface="DejaVu Sans"/>
                <a:ea typeface="DejaVu Sans"/>
                <a:cs typeface="DejaVu Sans"/>
              </a:rPr>
              <a:t>[How do they compare with previous studies? Cite the relevant sources.]</a:t>
            </a:r>
          </a:p>
          <a:p>
            <a:endParaRPr sz="2700" b="0">
              <a:solidFill>
                <a:srgbClr val="293F50"/>
              </a:solidFill>
              <a:latin typeface="DejaVu Sans"/>
              <a:ea typeface="DejaVu Sans"/>
              <a:cs typeface="DejaVu Sans"/>
            </a:endParaRPr>
          </a:p>
          <a:p>
            <a:pPr algn="l">
              <a:defRPr sz="2700" b="0">
                <a:solidFill>
                  <a:srgbClr val="293F50"/>
                </a:solidFill>
                <a:latin typeface="DejaVu Sans"/>
                <a:ea typeface="DejaVu Sans"/>
                <a:cs typeface="DejaVu Sans"/>
              </a:defRPr>
            </a:pPr>
            <a:r>
              <a:rPr sz="2700" b="0">
                <a:solidFill>
                  <a:srgbClr val="293F50"/>
                </a:solidFill>
                <a:latin typeface="DejaVu Sans"/>
                <a:ea typeface="DejaVu Sans"/>
                <a:cs typeface="DejaVu Sans"/>
              </a:rPr>
              <a:t>[Explain the contribution without making claims beyond the evidence.]</a:t>
            </a:r>
          </a:p>
        </p:txBody>
      </p:sp>
      <p:sp>
        <p:nvSpPr>
          <p:cNvPr id="46" name="text-46">
            <a:extLst>
              <a:ext uri="{FF2B5EF4-FFF2-40B4-BE49-F238E27FC236}">
                <a16:creationId xmlns:a16="http://schemas.microsoft.com/office/drawing/2014/main" id="{E60F60B3-88D5-43F7-B885-FF351A14B8E1}"/>
              </a:ext>
            </a:extLst>
          </p:cNvPr>
          <p:cNvSpPr>
            <a:spLocks noGrp="1"/>
          </p:cNvSpPr>
          <p:nvPr/>
        </p:nvSpPr>
        <p:spPr>
          <a:xfrm>
            <a:off x="14401800" y="15906750"/>
            <a:ext cx="628650" cy="571500"/>
          </a:xfrm>
          <a:prstGeom prst="rect">
            <a:avLst/>
          </a:prstGeom>
          <a:noFill/>
          <a:ln w="0">
            <a:noFill/>
            <a:prstDash val="solid"/>
          </a:ln>
        </p:spPr>
        <p:txBody>
          <a:bodyPr wrap="square" lIns="0" tIns="0" rIns="0" bIns="0" anchor="t">
            <a:noAutofit/>
          </a:bodyPr>
          <a:lstStyle>
            <a:defPPr algn="l">
              <a:defRPr sz="2550" b="1">
                <a:solidFill>
                  <a:srgbClr val="287D80"/>
                </a:solidFill>
                <a:latin typeface="DejaVu Sans"/>
                <a:ea typeface="DejaVu Sans"/>
                <a:cs typeface="DejaVu Sans"/>
              </a:defRPr>
            </a:defPPr>
            <a:lvl1pPr algn="l">
              <a:defRPr sz="2550" b="1">
                <a:solidFill>
                  <a:srgbClr val="287D80"/>
                </a:solidFill>
                <a:latin typeface="DejaVu Sans"/>
                <a:ea typeface="DejaVu Sans"/>
                <a:cs typeface="DejaVu Sans"/>
              </a:defRPr>
            </a:lvl1pPr>
            <a:lvl2pPr algn="l">
              <a:defRPr sz="2550" b="1">
                <a:solidFill>
                  <a:srgbClr val="287D80"/>
                </a:solidFill>
                <a:latin typeface="DejaVu Sans"/>
                <a:ea typeface="DejaVu Sans"/>
                <a:cs typeface="DejaVu Sans"/>
              </a:defRPr>
            </a:lvl2pPr>
            <a:lvl3pPr algn="l">
              <a:defRPr sz="2550" b="1">
                <a:solidFill>
                  <a:srgbClr val="287D80"/>
                </a:solidFill>
                <a:latin typeface="DejaVu Sans"/>
                <a:ea typeface="DejaVu Sans"/>
                <a:cs typeface="DejaVu Sans"/>
              </a:defRPr>
            </a:lvl3pPr>
            <a:lvl4pPr algn="l">
              <a:defRPr sz="2550" b="1">
                <a:solidFill>
                  <a:srgbClr val="287D80"/>
                </a:solidFill>
                <a:latin typeface="DejaVu Sans"/>
                <a:ea typeface="DejaVu Sans"/>
                <a:cs typeface="DejaVu Sans"/>
              </a:defRPr>
            </a:lvl4pPr>
            <a:lvl5pPr algn="l">
              <a:defRPr sz="2550" b="1">
                <a:solidFill>
                  <a:srgbClr val="287D80"/>
                </a:solidFill>
                <a:latin typeface="DejaVu Sans"/>
                <a:ea typeface="DejaVu Sans"/>
                <a:cs typeface="DejaVu Sans"/>
              </a:defRPr>
            </a:lvl5pPr>
            <a:lvl6pPr algn="l">
              <a:defRPr sz="2550" b="1">
                <a:solidFill>
                  <a:srgbClr val="287D80"/>
                </a:solidFill>
                <a:latin typeface="DejaVu Sans"/>
                <a:ea typeface="DejaVu Sans"/>
                <a:cs typeface="DejaVu Sans"/>
              </a:defRPr>
            </a:lvl6pPr>
            <a:lvl7pPr algn="l">
              <a:defRPr sz="2550" b="1">
                <a:solidFill>
                  <a:srgbClr val="287D80"/>
                </a:solidFill>
                <a:latin typeface="DejaVu Sans"/>
                <a:ea typeface="DejaVu Sans"/>
                <a:cs typeface="DejaVu Sans"/>
              </a:defRPr>
            </a:lvl7pPr>
            <a:lvl8pPr algn="l">
              <a:defRPr sz="2550" b="1">
                <a:solidFill>
                  <a:srgbClr val="287D80"/>
                </a:solidFill>
                <a:latin typeface="DejaVu Sans"/>
                <a:ea typeface="DejaVu Sans"/>
                <a:cs typeface="DejaVu Sans"/>
              </a:defRPr>
            </a:lvl8pPr>
            <a:lvl9pPr algn="l">
              <a:defRPr sz="2550" b="1">
                <a:solidFill>
                  <a:srgbClr val="287D80"/>
                </a:solidFill>
                <a:latin typeface="DejaVu Sans"/>
                <a:ea typeface="DejaVu Sans"/>
                <a:cs typeface="DejaVu Sans"/>
              </a:defRPr>
            </a:lvl9pPr>
          </a:lstStyle>
          <a:p>
            <a:pPr algn="l">
              <a:defRPr sz="2550" b="1">
                <a:solidFill>
                  <a:srgbClr val="287D80"/>
                </a:solidFill>
                <a:latin typeface="DejaVu Sans"/>
                <a:ea typeface="DejaVu Sans"/>
                <a:cs typeface="DejaVu Sans"/>
              </a:defRPr>
            </a:pPr>
            <a:r>
              <a:rPr sz="2550" b="1" dirty="0">
                <a:solidFill>
                  <a:srgbClr val="287D80"/>
                </a:solidFill>
                <a:latin typeface="DejaVu Sans"/>
                <a:ea typeface="DejaVu Sans"/>
                <a:cs typeface="DejaVu Sans"/>
              </a:rPr>
              <a:t>0</a:t>
            </a:r>
            <a:r>
              <a:rPr lang="en-US" sz="2550" b="1" dirty="0">
                <a:solidFill>
                  <a:srgbClr val="287D80"/>
                </a:solidFill>
                <a:latin typeface="DejaVu Sans"/>
                <a:ea typeface="DejaVu Sans"/>
                <a:cs typeface="DejaVu Sans"/>
              </a:rPr>
              <a:t>6</a:t>
            </a:r>
            <a:endParaRPr sz="2550" b="1" dirty="0">
              <a:solidFill>
                <a:srgbClr val="287D80"/>
              </a:solidFill>
              <a:latin typeface="DejaVu Sans"/>
              <a:ea typeface="DejaVu Sans"/>
              <a:cs typeface="DejaVu Sans"/>
            </a:endParaRPr>
          </a:p>
        </p:txBody>
      </p:sp>
      <p:sp>
        <p:nvSpPr>
          <p:cNvPr id="47" name="text-47">
            <a:extLst>
              <a:ext uri="{FF2B5EF4-FFF2-40B4-BE49-F238E27FC236}">
                <a16:creationId xmlns:a16="http://schemas.microsoft.com/office/drawing/2014/main" id="{D27FF5E7-8687-448A-BD61-158F673B64A2}"/>
              </a:ext>
            </a:extLst>
          </p:cNvPr>
          <p:cNvSpPr>
            <a:spLocks noGrp="1"/>
          </p:cNvSpPr>
          <p:nvPr/>
        </p:nvSpPr>
        <p:spPr>
          <a:xfrm>
            <a:off x="15144750" y="15878175"/>
            <a:ext cx="5477250" cy="685800"/>
          </a:xfrm>
          <a:prstGeom prst="rect">
            <a:avLst/>
          </a:prstGeom>
          <a:noFill/>
          <a:ln w="0">
            <a:noFill/>
            <a:prstDash val="solid"/>
          </a:ln>
        </p:spPr>
        <p:txBody>
          <a:bodyPr wrap="square" lIns="0" tIns="0" rIns="0" bIns="0" anchor="t">
            <a:noAutofit/>
          </a:bodyPr>
          <a:lstStyle>
            <a:defPPr algn="l">
              <a:defRPr sz="3225" b="1">
                <a:solidFill>
                  <a:srgbClr val="16324B"/>
                </a:solidFill>
                <a:latin typeface="DejaVu Sans"/>
                <a:ea typeface="DejaVu Sans"/>
                <a:cs typeface="DejaVu Sans"/>
              </a:defRPr>
            </a:defPPr>
            <a:lvl1pPr algn="l">
              <a:defRPr sz="3225" b="1">
                <a:solidFill>
                  <a:srgbClr val="16324B"/>
                </a:solidFill>
                <a:latin typeface="DejaVu Sans"/>
                <a:ea typeface="DejaVu Sans"/>
                <a:cs typeface="DejaVu Sans"/>
              </a:defRPr>
            </a:lvl1pPr>
            <a:lvl2pPr algn="l">
              <a:defRPr sz="3225" b="1">
                <a:solidFill>
                  <a:srgbClr val="16324B"/>
                </a:solidFill>
                <a:latin typeface="DejaVu Sans"/>
                <a:ea typeface="DejaVu Sans"/>
                <a:cs typeface="DejaVu Sans"/>
              </a:defRPr>
            </a:lvl2pPr>
            <a:lvl3pPr algn="l">
              <a:defRPr sz="3225" b="1">
                <a:solidFill>
                  <a:srgbClr val="16324B"/>
                </a:solidFill>
                <a:latin typeface="DejaVu Sans"/>
                <a:ea typeface="DejaVu Sans"/>
                <a:cs typeface="DejaVu Sans"/>
              </a:defRPr>
            </a:lvl3pPr>
            <a:lvl4pPr algn="l">
              <a:defRPr sz="3225" b="1">
                <a:solidFill>
                  <a:srgbClr val="16324B"/>
                </a:solidFill>
                <a:latin typeface="DejaVu Sans"/>
                <a:ea typeface="DejaVu Sans"/>
                <a:cs typeface="DejaVu Sans"/>
              </a:defRPr>
            </a:lvl4pPr>
            <a:lvl5pPr algn="l">
              <a:defRPr sz="3225" b="1">
                <a:solidFill>
                  <a:srgbClr val="16324B"/>
                </a:solidFill>
                <a:latin typeface="DejaVu Sans"/>
                <a:ea typeface="DejaVu Sans"/>
                <a:cs typeface="DejaVu Sans"/>
              </a:defRPr>
            </a:lvl5pPr>
            <a:lvl6pPr algn="l">
              <a:defRPr sz="3225" b="1">
                <a:solidFill>
                  <a:srgbClr val="16324B"/>
                </a:solidFill>
                <a:latin typeface="DejaVu Sans"/>
                <a:ea typeface="DejaVu Sans"/>
                <a:cs typeface="DejaVu Sans"/>
              </a:defRPr>
            </a:lvl6pPr>
            <a:lvl7pPr algn="l">
              <a:defRPr sz="3225" b="1">
                <a:solidFill>
                  <a:srgbClr val="16324B"/>
                </a:solidFill>
                <a:latin typeface="DejaVu Sans"/>
                <a:ea typeface="DejaVu Sans"/>
                <a:cs typeface="DejaVu Sans"/>
              </a:defRPr>
            </a:lvl7pPr>
            <a:lvl8pPr algn="l">
              <a:defRPr sz="3225" b="1">
                <a:solidFill>
                  <a:srgbClr val="16324B"/>
                </a:solidFill>
                <a:latin typeface="DejaVu Sans"/>
                <a:ea typeface="DejaVu Sans"/>
                <a:cs typeface="DejaVu Sans"/>
              </a:defRPr>
            </a:lvl8pPr>
            <a:lvl9pPr algn="l">
              <a:defRPr sz="3225" b="1">
                <a:solidFill>
                  <a:srgbClr val="16324B"/>
                </a:solidFill>
                <a:latin typeface="DejaVu Sans"/>
                <a:ea typeface="DejaVu Sans"/>
                <a:cs typeface="DejaVu Sans"/>
              </a:defRPr>
            </a:lvl9pPr>
          </a:lstStyle>
          <a:p>
            <a:pPr algn="l">
              <a:defRPr sz="3225" b="1">
                <a:solidFill>
                  <a:srgbClr val="16324B"/>
                </a:solidFill>
                <a:latin typeface="DejaVu Sans"/>
                <a:ea typeface="DejaVu Sans"/>
                <a:cs typeface="DejaVu Sans"/>
              </a:defRPr>
            </a:pPr>
            <a:r>
              <a:rPr sz="3225" b="1">
                <a:solidFill>
                  <a:srgbClr val="16324B"/>
                </a:solidFill>
                <a:latin typeface="DejaVu Sans"/>
                <a:ea typeface="DejaVu Sans"/>
                <a:cs typeface="DejaVu Sans"/>
              </a:rPr>
              <a:t>Conclusion</a:t>
            </a:r>
          </a:p>
        </p:txBody>
      </p:sp>
      <p:sp>
        <p:nvSpPr>
          <p:cNvPr id="48" name="block-48">
            <a:extLst>
              <a:ext uri="{FF2B5EF4-FFF2-40B4-BE49-F238E27FC236}">
                <a16:creationId xmlns:a16="http://schemas.microsoft.com/office/drawing/2014/main" id="{FC01DDEF-936B-42F6-B7E1-4C3CCD6F5B44}"/>
              </a:ext>
            </a:extLst>
          </p:cNvPr>
          <p:cNvSpPr>
            <a:spLocks noGrp="1"/>
          </p:cNvSpPr>
          <p:nvPr/>
        </p:nvSpPr>
        <p:spPr>
          <a:xfrm>
            <a:off x="14401800" y="16611600"/>
            <a:ext cx="6220200" cy="19050"/>
          </a:xfrm>
          <a:prstGeom prst="rect">
            <a:avLst/>
          </a:prstGeom>
          <a:solidFill>
            <a:srgbClr val="CAD9DA"/>
          </a:solidFill>
          <a:ln w="0">
            <a:noFill/>
            <a:prstDash val="solid"/>
          </a:ln>
        </p:spPr>
      </p:sp>
      <p:sp>
        <p:nvSpPr>
          <p:cNvPr id="49" name="text-49">
            <a:extLst>
              <a:ext uri="{FF2B5EF4-FFF2-40B4-BE49-F238E27FC236}">
                <a16:creationId xmlns:a16="http://schemas.microsoft.com/office/drawing/2014/main" id="{76A7CAD9-EEB6-4331-A27D-1A16C2123284}"/>
              </a:ext>
            </a:extLst>
          </p:cNvPr>
          <p:cNvSpPr>
            <a:spLocks noGrp="1"/>
          </p:cNvSpPr>
          <p:nvPr/>
        </p:nvSpPr>
        <p:spPr>
          <a:xfrm>
            <a:off x="14401800" y="16906875"/>
            <a:ext cx="6220200" cy="2524125"/>
          </a:xfrm>
          <a:prstGeom prst="rect">
            <a:avLst/>
          </a:prstGeom>
          <a:noFill/>
          <a:ln w="0">
            <a:noFill/>
            <a:prstDash val="solid"/>
          </a:ln>
        </p:spPr>
        <p:txBody>
          <a:bodyPr wrap="square" lIns="0" tIns="0" rIns="0" bIns="0" anchor="t">
            <a:noAutofit/>
          </a:bodyPr>
          <a:lstStyle>
            <a:defPPr algn="l">
              <a:defRPr sz="2700" b="0">
                <a:solidFill>
                  <a:srgbClr val="293F50"/>
                </a:solidFill>
                <a:latin typeface="DejaVu Sans"/>
                <a:ea typeface="DejaVu Sans"/>
                <a:cs typeface="DejaVu Sans"/>
              </a:defRPr>
            </a:defPPr>
            <a:lvl1pPr algn="l">
              <a:defRPr sz="2700" b="0">
                <a:solidFill>
                  <a:srgbClr val="293F50"/>
                </a:solidFill>
                <a:latin typeface="DejaVu Sans"/>
                <a:ea typeface="DejaVu Sans"/>
                <a:cs typeface="DejaVu Sans"/>
              </a:defRPr>
            </a:lvl1pPr>
            <a:lvl2pPr algn="l">
              <a:defRPr sz="2700" b="0">
                <a:solidFill>
                  <a:srgbClr val="293F50"/>
                </a:solidFill>
                <a:latin typeface="DejaVu Sans"/>
                <a:ea typeface="DejaVu Sans"/>
                <a:cs typeface="DejaVu Sans"/>
              </a:defRPr>
            </a:lvl2pPr>
            <a:lvl3pPr algn="l">
              <a:defRPr sz="2700" b="0">
                <a:solidFill>
                  <a:srgbClr val="293F50"/>
                </a:solidFill>
                <a:latin typeface="DejaVu Sans"/>
                <a:ea typeface="DejaVu Sans"/>
                <a:cs typeface="DejaVu Sans"/>
              </a:defRPr>
            </a:lvl3pPr>
            <a:lvl4pPr algn="l">
              <a:defRPr sz="2700" b="0">
                <a:solidFill>
                  <a:srgbClr val="293F50"/>
                </a:solidFill>
                <a:latin typeface="DejaVu Sans"/>
                <a:ea typeface="DejaVu Sans"/>
                <a:cs typeface="DejaVu Sans"/>
              </a:defRPr>
            </a:lvl4pPr>
            <a:lvl5pPr algn="l">
              <a:defRPr sz="2700" b="0">
                <a:solidFill>
                  <a:srgbClr val="293F50"/>
                </a:solidFill>
                <a:latin typeface="DejaVu Sans"/>
                <a:ea typeface="DejaVu Sans"/>
                <a:cs typeface="DejaVu Sans"/>
              </a:defRPr>
            </a:lvl5pPr>
            <a:lvl6pPr algn="l">
              <a:defRPr sz="2700" b="0">
                <a:solidFill>
                  <a:srgbClr val="293F50"/>
                </a:solidFill>
                <a:latin typeface="DejaVu Sans"/>
                <a:ea typeface="DejaVu Sans"/>
                <a:cs typeface="DejaVu Sans"/>
              </a:defRPr>
            </a:lvl6pPr>
            <a:lvl7pPr algn="l">
              <a:defRPr sz="2700" b="0">
                <a:solidFill>
                  <a:srgbClr val="293F50"/>
                </a:solidFill>
                <a:latin typeface="DejaVu Sans"/>
                <a:ea typeface="DejaVu Sans"/>
                <a:cs typeface="DejaVu Sans"/>
              </a:defRPr>
            </a:lvl7pPr>
            <a:lvl8pPr algn="l">
              <a:defRPr sz="2700" b="0">
                <a:solidFill>
                  <a:srgbClr val="293F50"/>
                </a:solidFill>
                <a:latin typeface="DejaVu Sans"/>
                <a:ea typeface="DejaVu Sans"/>
                <a:cs typeface="DejaVu Sans"/>
              </a:defRPr>
            </a:lvl8pPr>
            <a:lvl9pPr algn="l">
              <a:defRPr sz="2700" b="0">
                <a:solidFill>
                  <a:srgbClr val="293F50"/>
                </a:solidFill>
                <a:latin typeface="DejaVu Sans"/>
                <a:ea typeface="DejaVu Sans"/>
                <a:cs typeface="DejaVu Sans"/>
              </a:defRPr>
            </a:lvl9pPr>
          </a:lstStyle>
          <a:p>
            <a:pPr algn="l">
              <a:defRPr sz="2700" b="0">
                <a:solidFill>
                  <a:srgbClr val="293F50"/>
                </a:solidFill>
                <a:latin typeface="DejaVu Sans"/>
                <a:ea typeface="DejaVu Sans"/>
                <a:cs typeface="DejaVu Sans"/>
              </a:defRPr>
            </a:pPr>
            <a:r>
              <a:rPr sz="2700" b="0">
                <a:solidFill>
                  <a:srgbClr val="293F50"/>
                </a:solidFill>
                <a:latin typeface="DejaVu Sans"/>
                <a:ea typeface="DejaVu Sans"/>
                <a:cs typeface="DejaVu Sans"/>
              </a:rPr>
              <a:t>[Answer the research question directly.]</a:t>
            </a:r>
          </a:p>
          <a:p>
            <a:endParaRPr sz="2700" b="0">
              <a:solidFill>
                <a:srgbClr val="293F50"/>
              </a:solidFill>
              <a:latin typeface="DejaVu Sans"/>
              <a:ea typeface="DejaVu Sans"/>
              <a:cs typeface="DejaVu Sans"/>
            </a:endParaRPr>
          </a:p>
          <a:p>
            <a:pPr algn="l">
              <a:defRPr sz="2700" b="0">
                <a:solidFill>
                  <a:srgbClr val="293F50"/>
                </a:solidFill>
                <a:latin typeface="DejaVu Sans"/>
                <a:ea typeface="DejaVu Sans"/>
                <a:cs typeface="DejaVu Sans"/>
              </a:defRPr>
            </a:pPr>
            <a:r>
              <a:rPr sz="2700" b="0">
                <a:solidFill>
                  <a:srgbClr val="293F50"/>
                </a:solidFill>
                <a:latin typeface="DejaVu Sans"/>
                <a:ea typeface="DejaVu Sans"/>
                <a:cs typeface="DejaVu Sans"/>
              </a:rPr>
              <a:t>[State the main implication for practice, policy or theory.]</a:t>
            </a:r>
          </a:p>
        </p:txBody>
      </p:sp>
      <p:sp>
        <p:nvSpPr>
          <p:cNvPr id="56" name="block-56">
            <a:extLst>
              <a:ext uri="{FF2B5EF4-FFF2-40B4-BE49-F238E27FC236}">
                <a16:creationId xmlns:a16="http://schemas.microsoft.com/office/drawing/2014/main" id="{9377902E-A06A-402D-BBB7-B03C967403D6}"/>
              </a:ext>
            </a:extLst>
          </p:cNvPr>
          <p:cNvSpPr>
            <a:spLocks noGrp="1"/>
          </p:cNvSpPr>
          <p:nvPr/>
        </p:nvSpPr>
        <p:spPr>
          <a:xfrm>
            <a:off x="0" y="26269950"/>
            <a:ext cx="21384000" cy="4006050"/>
          </a:xfrm>
          <a:prstGeom prst="rect">
            <a:avLst/>
          </a:prstGeom>
          <a:solidFill>
            <a:srgbClr val="EDF3F5"/>
          </a:solidFill>
          <a:ln w="0">
            <a:noFill/>
            <a:prstDash val="solid"/>
          </a:ln>
        </p:spPr>
      </p:sp>
      <p:sp>
        <p:nvSpPr>
          <p:cNvPr id="57" name="text-57">
            <a:extLst>
              <a:ext uri="{FF2B5EF4-FFF2-40B4-BE49-F238E27FC236}">
                <a16:creationId xmlns:a16="http://schemas.microsoft.com/office/drawing/2014/main" id="{89A36B1F-348F-4074-9960-7D7DD998DB24}"/>
              </a:ext>
            </a:extLst>
          </p:cNvPr>
          <p:cNvSpPr>
            <a:spLocks noGrp="1"/>
          </p:cNvSpPr>
          <p:nvPr/>
        </p:nvSpPr>
        <p:spPr>
          <a:xfrm>
            <a:off x="762000" y="26746200"/>
            <a:ext cx="8096250" cy="571500"/>
          </a:xfrm>
          <a:prstGeom prst="rect">
            <a:avLst/>
          </a:prstGeom>
          <a:noFill/>
          <a:ln w="0">
            <a:noFill/>
            <a:prstDash val="solid"/>
          </a:ln>
        </p:spPr>
        <p:txBody>
          <a:bodyPr wrap="square" lIns="0" tIns="0" rIns="0" bIns="0" anchor="t">
            <a:noAutofit/>
          </a:bodyPr>
          <a:lstStyle>
            <a:defPPr algn="l">
              <a:defRPr sz="2700" b="1">
                <a:solidFill>
                  <a:srgbClr val="16324B"/>
                </a:solidFill>
                <a:latin typeface="DejaVu Sans"/>
                <a:ea typeface="DejaVu Sans"/>
                <a:cs typeface="DejaVu Sans"/>
              </a:defRPr>
            </a:defPPr>
            <a:lvl1pPr algn="l">
              <a:defRPr sz="2700" b="1">
                <a:solidFill>
                  <a:srgbClr val="16324B"/>
                </a:solidFill>
                <a:latin typeface="DejaVu Sans"/>
                <a:ea typeface="DejaVu Sans"/>
                <a:cs typeface="DejaVu Sans"/>
              </a:defRPr>
            </a:lvl1pPr>
            <a:lvl2pPr algn="l">
              <a:defRPr sz="2700" b="1">
                <a:solidFill>
                  <a:srgbClr val="16324B"/>
                </a:solidFill>
                <a:latin typeface="DejaVu Sans"/>
                <a:ea typeface="DejaVu Sans"/>
                <a:cs typeface="DejaVu Sans"/>
              </a:defRPr>
            </a:lvl2pPr>
            <a:lvl3pPr algn="l">
              <a:defRPr sz="2700" b="1">
                <a:solidFill>
                  <a:srgbClr val="16324B"/>
                </a:solidFill>
                <a:latin typeface="DejaVu Sans"/>
                <a:ea typeface="DejaVu Sans"/>
                <a:cs typeface="DejaVu Sans"/>
              </a:defRPr>
            </a:lvl3pPr>
            <a:lvl4pPr algn="l">
              <a:defRPr sz="2700" b="1">
                <a:solidFill>
                  <a:srgbClr val="16324B"/>
                </a:solidFill>
                <a:latin typeface="DejaVu Sans"/>
                <a:ea typeface="DejaVu Sans"/>
                <a:cs typeface="DejaVu Sans"/>
              </a:defRPr>
            </a:lvl4pPr>
            <a:lvl5pPr algn="l">
              <a:defRPr sz="2700" b="1">
                <a:solidFill>
                  <a:srgbClr val="16324B"/>
                </a:solidFill>
                <a:latin typeface="DejaVu Sans"/>
                <a:ea typeface="DejaVu Sans"/>
                <a:cs typeface="DejaVu Sans"/>
              </a:defRPr>
            </a:lvl5pPr>
            <a:lvl6pPr algn="l">
              <a:defRPr sz="2700" b="1">
                <a:solidFill>
                  <a:srgbClr val="16324B"/>
                </a:solidFill>
                <a:latin typeface="DejaVu Sans"/>
                <a:ea typeface="DejaVu Sans"/>
                <a:cs typeface="DejaVu Sans"/>
              </a:defRPr>
            </a:lvl6pPr>
            <a:lvl7pPr algn="l">
              <a:defRPr sz="2700" b="1">
                <a:solidFill>
                  <a:srgbClr val="16324B"/>
                </a:solidFill>
                <a:latin typeface="DejaVu Sans"/>
                <a:ea typeface="DejaVu Sans"/>
                <a:cs typeface="DejaVu Sans"/>
              </a:defRPr>
            </a:lvl7pPr>
            <a:lvl8pPr algn="l">
              <a:defRPr sz="2700" b="1">
                <a:solidFill>
                  <a:srgbClr val="16324B"/>
                </a:solidFill>
                <a:latin typeface="DejaVu Sans"/>
                <a:ea typeface="DejaVu Sans"/>
                <a:cs typeface="DejaVu Sans"/>
              </a:defRPr>
            </a:lvl8pPr>
            <a:lvl9pPr algn="l">
              <a:defRPr sz="2700" b="1">
                <a:solidFill>
                  <a:srgbClr val="16324B"/>
                </a:solidFill>
                <a:latin typeface="DejaVu Sans"/>
                <a:ea typeface="DejaVu Sans"/>
                <a:cs typeface="DejaVu Sans"/>
              </a:defRPr>
            </a:lvl9pPr>
          </a:lstStyle>
          <a:p>
            <a:pPr algn="l">
              <a:defRPr sz="2700" b="1">
                <a:solidFill>
                  <a:srgbClr val="16324B"/>
                </a:solidFill>
                <a:latin typeface="DejaVu Sans"/>
                <a:ea typeface="DejaVu Sans"/>
                <a:cs typeface="DejaVu Sans"/>
              </a:defRPr>
            </a:pPr>
            <a:r>
              <a:rPr sz="2700" b="1" dirty="0">
                <a:solidFill>
                  <a:srgbClr val="16324B"/>
                </a:solidFill>
                <a:latin typeface="DejaVu Sans"/>
                <a:ea typeface="DejaVu Sans"/>
                <a:cs typeface="DejaVu Sans"/>
              </a:rPr>
              <a:t>0</a:t>
            </a:r>
            <a:r>
              <a:rPr lang="en-US" sz="2700" b="1" dirty="0">
                <a:solidFill>
                  <a:srgbClr val="16324B"/>
                </a:solidFill>
                <a:latin typeface="DejaVu Sans"/>
                <a:ea typeface="DejaVu Sans"/>
                <a:cs typeface="DejaVu Sans"/>
              </a:rPr>
              <a:t>7</a:t>
            </a:r>
            <a:r>
              <a:rPr sz="2700" b="1" dirty="0">
                <a:solidFill>
                  <a:srgbClr val="16324B"/>
                </a:solidFill>
                <a:latin typeface="DejaVu Sans"/>
                <a:ea typeface="DejaVu Sans"/>
                <a:cs typeface="DejaVu Sans"/>
              </a:rPr>
              <a:t>  References</a:t>
            </a:r>
          </a:p>
        </p:txBody>
      </p:sp>
      <p:sp>
        <p:nvSpPr>
          <p:cNvPr id="58" name="text-58">
            <a:extLst>
              <a:ext uri="{FF2B5EF4-FFF2-40B4-BE49-F238E27FC236}">
                <a16:creationId xmlns:a16="http://schemas.microsoft.com/office/drawing/2014/main" id="{B3C26A76-003E-4878-BE49-D6C7B608296E}"/>
              </a:ext>
            </a:extLst>
          </p:cNvPr>
          <p:cNvSpPr>
            <a:spLocks noGrp="1"/>
          </p:cNvSpPr>
          <p:nvPr/>
        </p:nvSpPr>
        <p:spPr>
          <a:xfrm>
            <a:off x="762000" y="27527250"/>
            <a:ext cx="8096250" cy="1952625"/>
          </a:xfrm>
          <a:prstGeom prst="rect">
            <a:avLst/>
          </a:prstGeom>
          <a:noFill/>
          <a:ln w="0">
            <a:noFill/>
            <a:prstDash val="solid"/>
          </a:ln>
        </p:spPr>
        <p:txBody>
          <a:bodyPr wrap="square" lIns="0" tIns="0" rIns="0" bIns="0" anchor="t">
            <a:noAutofit/>
          </a:bodyPr>
          <a:lstStyle>
            <a:defPPr algn="l">
              <a:defRPr sz="2175" b="0">
                <a:solidFill>
                  <a:srgbClr val="293F50"/>
                </a:solidFill>
                <a:latin typeface="DejaVu Sans"/>
                <a:ea typeface="DejaVu Sans"/>
                <a:cs typeface="DejaVu Sans"/>
              </a:defRPr>
            </a:defPPr>
            <a:lvl1pPr algn="l">
              <a:defRPr sz="2175" b="0">
                <a:solidFill>
                  <a:srgbClr val="293F50"/>
                </a:solidFill>
                <a:latin typeface="DejaVu Sans"/>
                <a:ea typeface="DejaVu Sans"/>
                <a:cs typeface="DejaVu Sans"/>
              </a:defRPr>
            </a:lvl1pPr>
            <a:lvl2pPr algn="l">
              <a:defRPr sz="2175" b="0">
                <a:solidFill>
                  <a:srgbClr val="293F50"/>
                </a:solidFill>
                <a:latin typeface="DejaVu Sans"/>
                <a:ea typeface="DejaVu Sans"/>
                <a:cs typeface="DejaVu Sans"/>
              </a:defRPr>
            </a:lvl2pPr>
            <a:lvl3pPr algn="l">
              <a:defRPr sz="2175" b="0">
                <a:solidFill>
                  <a:srgbClr val="293F50"/>
                </a:solidFill>
                <a:latin typeface="DejaVu Sans"/>
                <a:ea typeface="DejaVu Sans"/>
                <a:cs typeface="DejaVu Sans"/>
              </a:defRPr>
            </a:lvl3pPr>
            <a:lvl4pPr algn="l">
              <a:defRPr sz="2175" b="0">
                <a:solidFill>
                  <a:srgbClr val="293F50"/>
                </a:solidFill>
                <a:latin typeface="DejaVu Sans"/>
                <a:ea typeface="DejaVu Sans"/>
                <a:cs typeface="DejaVu Sans"/>
              </a:defRPr>
            </a:lvl4pPr>
            <a:lvl5pPr algn="l">
              <a:defRPr sz="2175" b="0">
                <a:solidFill>
                  <a:srgbClr val="293F50"/>
                </a:solidFill>
                <a:latin typeface="DejaVu Sans"/>
                <a:ea typeface="DejaVu Sans"/>
                <a:cs typeface="DejaVu Sans"/>
              </a:defRPr>
            </a:lvl5pPr>
            <a:lvl6pPr algn="l">
              <a:defRPr sz="2175" b="0">
                <a:solidFill>
                  <a:srgbClr val="293F50"/>
                </a:solidFill>
                <a:latin typeface="DejaVu Sans"/>
                <a:ea typeface="DejaVu Sans"/>
                <a:cs typeface="DejaVu Sans"/>
              </a:defRPr>
            </a:lvl6pPr>
            <a:lvl7pPr algn="l">
              <a:defRPr sz="2175" b="0">
                <a:solidFill>
                  <a:srgbClr val="293F50"/>
                </a:solidFill>
                <a:latin typeface="DejaVu Sans"/>
                <a:ea typeface="DejaVu Sans"/>
                <a:cs typeface="DejaVu Sans"/>
              </a:defRPr>
            </a:lvl7pPr>
            <a:lvl8pPr algn="l">
              <a:defRPr sz="2175" b="0">
                <a:solidFill>
                  <a:srgbClr val="293F50"/>
                </a:solidFill>
                <a:latin typeface="DejaVu Sans"/>
                <a:ea typeface="DejaVu Sans"/>
                <a:cs typeface="DejaVu Sans"/>
              </a:defRPr>
            </a:lvl8pPr>
            <a:lvl9pPr algn="l">
              <a:defRPr sz="2175" b="0">
                <a:solidFill>
                  <a:srgbClr val="293F50"/>
                </a:solidFill>
                <a:latin typeface="DejaVu Sans"/>
                <a:ea typeface="DejaVu Sans"/>
                <a:cs typeface="DejaVu Sans"/>
              </a:defRPr>
            </a:lvl9pPr>
          </a:lstStyle>
          <a:p>
            <a:pPr algn="l">
              <a:defRPr sz="2175" b="0">
                <a:solidFill>
                  <a:srgbClr val="293F50"/>
                </a:solidFill>
                <a:latin typeface="DejaVu Sans"/>
                <a:ea typeface="DejaVu Sans"/>
                <a:cs typeface="DejaVu Sans"/>
              </a:defRPr>
            </a:pPr>
            <a:r>
              <a:rPr sz="2175" b="0">
                <a:solidFill>
                  <a:srgbClr val="293F50"/>
                </a:solidFill>
                <a:latin typeface="DejaVu Sans"/>
                <a:ea typeface="DejaVu Sans"/>
                <a:cs typeface="DejaVu Sans"/>
              </a:rPr>
              <a:t>[1] Author(s). (Year). Title. Journal/Publisher. DOI/URL.</a:t>
            </a:r>
          </a:p>
          <a:p>
            <a:pPr algn="l">
              <a:defRPr sz="2175" b="0">
                <a:solidFill>
                  <a:srgbClr val="293F50"/>
                </a:solidFill>
                <a:latin typeface="DejaVu Sans"/>
                <a:ea typeface="DejaVu Sans"/>
                <a:cs typeface="DejaVu Sans"/>
              </a:defRPr>
            </a:pPr>
            <a:r>
              <a:rPr sz="2175" b="0">
                <a:solidFill>
                  <a:srgbClr val="293F50"/>
                </a:solidFill>
                <a:latin typeface="DejaVu Sans"/>
                <a:ea typeface="DejaVu Sans"/>
                <a:cs typeface="DejaVu Sans"/>
              </a:rPr>
              <a:t>[2] Author(s). (Year). Title. Journal/Publisher. DOI/URL.</a:t>
            </a:r>
          </a:p>
          <a:p>
            <a:pPr algn="l">
              <a:defRPr sz="2175" b="0">
                <a:solidFill>
                  <a:srgbClr val="293F50"/>
                </a:solidFill>
                <a:latin typeface="DejaVu Sans"/>
                <a:ea typeface="DejaVu Sans"/>
                <a:cs typeface="DejaVu Sans"/>
              </a:defRPr>
            </a:pPr>
            <a:r>
              <a:rPr sz="2175" b="0">
                <a:solidFill>
                  <a:srgbClr val="293F50"/>
                </a:solidFill>
                <a:latin typeface="DejaVu Sans"/>
                <a:ea typeface="DejaVu Sans"/>
                <a:cs typeface="DejaVu Sans"/>
              </a:rPr>
              <a:t>[3] Author(s). (Year). Title. Journal/Publisher. DOI/URL.</a:t>
            </a:r>
          </a:p>
        </p:txBody>
      </p:sp>
      <p:sp>
        <p:nvSpPr>
          <p:cNvPr id="59" name="text-59">
            <a:extLst>
              <a:ext uri="{FF2B5EF4-FFF2-40B4-BE49-F238E27FC236}">
                <a16:creationId xmlns:a16="http://schemas.microsoft.com/office/drawing/2014/main" id="{579B552F-D114-48B9-8979-4BD5087ABFFC}"/>
              </a:ext>
            </a:extLst>
          </p:cNvPr>
          <p:cNvSpPr>
            <a:spLocks noGrp="1"/>
          </p:cNvSpPr>
          <p:nvPr/>
        </p:nvSpPr>
        <p:spPr>
          <a:xfrm>
            <a:off x="9334500" y="26746200"/>
            <a:ext cx="8572500" cy="571500"/>
          </a:xfrm>
          <a:prstGeom prst="rect">
            <a:avLst/>
          </a:prstGeom>
          <a:noFill/>
          <a:ln w="0">
            <a:noFill/>
            <a:prstDash val="solid"/>
          </a:ln>
        </p:spPr>
        <p:txBody>
          <a:bodyPr wrap="square" lIns="0" tIns="0" rIns="0" bIns="0" anchor="t">
            <a:noAutofit/>
          </a:bodyPr>
          <a:lstStyle>
            <a:defPPr algn="l">
              <a:defRPr sz="2550" b="1">
                <a:solidFill>
                  <a:srgbClr val="16324B"/>
                </a:solidFill>
                <a:latin typeface="DejaVu Sans"/>
                <a:ea typeface="DejaVu Sans"/>
                <a:cs typeface="DejaVu Sans"/>
              </a:defRPr>
            </a:defPPr>
            <a:lvl1pPr algn="l">
              <a:defRPr sz="2550" b="1">
                <a:solidFill>
                  <a:srgbClr val="16324B"/>
                </a:solidFill>
                <a:latin typeface="DejaVu Sans"/>
                <a:ea typeface="DejaVu Sans"/>
                <a:cs typeface="DejaVu Sans"/>
              </a:defRPr>
            </a:lvl1pPr>
            <a:lvl2pPr algn="l">
              <a:defRPr sz="2550" b="1">
                <a:solidFill>
                  <a:srgbClr val="16324B"/>
                </a:solidFill>
                <a:latin typeface="DejaVu Sans"/>
                <a:ea typeface="DejaVu Sans"/>
                <a:cs typeface="DejaVu Sans"/>
              </a:defRPr>
            </a:lvl2pPr>
            <a:lvl3pPr algn="l">
              <a:defRPr sz="2550" b="1">
                <a:solidFill>
                  <a:srgbClr val="16324B"/>
                </a:solidFill>
                <a:latin typeface="DejaVu Sans"/>
                <a:ea typeface="DejaVu Sans"/>
                <a:cs typeface="DejaVu Sans"/>
              </a:defRPr>
            </a:lvl3pPr>
            <a:lvl4pPr algn="l">
              <a:defRPr sz="2550" b="1">
                <a:solidFill>
                  <a:srgbClr val="16324B"/>
                </a:solidFill>
                <a:latin typeface="DejaVu Sans"/>
                <a:ea typeface="DejaVu Sans"/>
                <a:cs typeface="DejaVu Sans"/>
              </a:defRPr>
            </a:lvl4pPr>
            <a:lvl5pPr algn="l">
              <a:defRPr sz="2550" b="1">
                <a:solidFill>
                  <a:srgbClr val="16324B"/>
                </a:solidFill>
                <a:latin typeface="DejaVu Sans"/>
                <a:ea typeface="DejaVu Sans"/>
                <a:cs typeface="DejaVu Sans"/>
              </a:defRPr>
            </a:lvl5pPr>
            <a:lvl6pPr algn="l">
              <a:defRPr sz="2550" b="1">
                <a:solidFill>
                  <a:srgbClr val="16324B"/>
                </a:solidFill>
                <a:latin typeface="DejaVu Sans"/>
                <a:ea typeface="DejaVu Sans"/>
                <a:cs typeface="DejaVu Sans"/>
              </a:defRPr>
            </a:lvl6pPr>
            <a:lvl7pPr algn="l">
              <a:defRPr sz="2550" b="1">
                <a:solidFill>
                  <a:srgbClr val="16324B"/>
                </a:solidFill>
                <a:latin typeface="DejaVu Sans"/>
                <a:ea typeface="DejaVu Sans"/>
                <a:cs typeface="DejaVu Sans"/>
              </a:defRPr>
            </a:lvl7pPr>
            <a:lvl8pPr algn="l">
              <a:defRPr sz="2550" b="1">
                <a:solidFill>
                  <a:srgbClr val="16324B"/>
                </a:solidFill>
                <a:latin typeface="DejaVu Sans"/>
                <a:ea typeface="DejaVu Sans"/>
                <a:cs typeface="DejaVu Sans"/>
              </a:defRPr>
            </a:lvl8pPr>
            <a:lvl9pPr algn="l">
              <a:defRPr sz="2550" b="1">
                <a:solidFill>
                  <a:srgbClr val="16324B"/>
                </a:solidFill>
                <a:latin typeface="DejaVu Sans"/>
                <a:ea typeface="DejaVu Sans"/>
                <a:cs typeface="DejaVu Sans"/>
              </a:defRPr>
            </a:lvl9pPr>
          </a:lstStyle>
          <a:p>
            <a:pPr algn="l">
              <a:defRPr sz="2550" b="1">
                <a:solidFill>
                  <a:srgbClr val="16324B"/>
                </a:solidFill>
                <a:latin typeface="DejaVu Sans"/>
                <a:ea typeface="DejaVu Sans"/>
                <a:cs typeface="DejaVu Sans"/>
              </a:defRPr>
            </a:pPr>
            <a:r>
              <a:rPr lang="en-US" dirty="0"/>
              <a:t>8</a:t>
            </a:r>
            <a:r>
              <a:rPr sz="2550" b="1" dirty="0">
                <a:solidFill>
                  <a:srgbClr val="16324B"/>
                </a:solidFill>
                <a:latin typeface="DejaVu Sans"/>
                <a:ea typeface="DejaVu Sans"/>
                <a:cs typeface="DejaVu Sans"/>
              </a:rPr>
              <a:t>  Acknowledgments &amp; disclosures</a:t>
            </a:r>
          </a:p>
        </p:txBody>
      </p:sp>
      <p:sp>
        <p:nvSpPr>
          <p:cNvPr id="60" name="text-60">
            <a:extLst>
              <a:ext uri="{FF2B5EF4-FFF2-40B4-BE49-F238E27FC236}">
                <a16:creationId xmlns:a16="http://schemas.microsoft.com/office/drawing/2014/main" id="{8A3F26A5-49D3-497C-8E73-0E29B96B7A40}"/>
              </a:ext>
            </a:extLst>
          </p:cNvPr>
          <p:cNvSpPr>
            <a:spLocks noGrp="1"/>
          </p:cNvSpPr>
          <p:nvPr/>
        </p:nvSpPr>
        <p:spPr>
          <a:xfrm>
            <a:off x="9334500" y="27527250"/>
            <a:ext cx="8191500" cy="1447800"/>
          </a:xfrm>
          <a:prstGeom prst="rect">
            <a:avLst/>
          </a:prstGeom>
          <a:noFill/>
          <a:ln w="0">
            <a:noFill/>
            <a:prstDash val="solid"/>
          </a:ln>
        </p:spPr>
        <p:txBody>
          <a:bodyPr wrap="square" lIns="0" tIns="0" rIns="0" bIns="0" anchor="t">
            <a:noAutofit/>
          </a:bodyPr>
          <a:lstStyle>
            <a:defPPr algn="l">
              <a:defRPr sz="2175" b="0">
                <a:solidFill>
                  <a:srgbClr val="293F50"/>
                </a:solidFill>
                <a:latin typeface="DejaVu Sans"/>
                <a:ea typeface="DejaVu Sans"/>
                <a:cs typeface="DejaVu Sans"/>
              </a:defRPr>
            </a:defPPr>
            <a:lvl1pPr algn="l">
              <a:defRPr sz="2175" b="0">
                <a:solidFill>
                  <a:srgbClr val="293F50"/>
                </a:solidFill>
                <a:latin typeface="DejaVu Sans"/>
                <a:ea typeface="DejaVu Sans"/>
                <a:cs typeface="DejaVu Sans"/>
              </a:defRPr>
            </a:lvl1pPr>
            <a:lvl2pPr algn="l">
              <a:defRPr sz="2175" b="0">
                <a:solidFill>
                  <a:srgbClr val="293F50"/>
                </a:solidFill>
                <a:latin typeface="DejaVu Sans"/>
                <a:ea typeface="DejaVu Sans"/>
                <a:cs typeface="DejaVu Sans"/>
              </a:defRPr>
            </a:lvl2pPr>
            <a:lvl3pPr algn="l">
              <a:defRPr sz="2175" b="0">
                <a:solidFill>
                  <a:srgbClr val="293F50"/>
                </a:solidFill>
                <a:latin typeface="DejaVu Sans"/>
                <a:ea typeface="DejaVu Sans"/>
                <a:cs typeface="DejaVu Sans"/>
              </a:defRPr>
            </a:lvl3pPr>
            <a:lvl4pPr algn="l">
              <a:defRPr sz="2175" b="0">
                <a:solidFill>
                  <a:srgbClr val="293F50"/>
                </a:solidFill>
                <a:latin typeface="DejaVu Sans"/>
                <a:ea typeface="DejaVu Sans"/>
                <a:cs typeface="DejaVu Sans"/>
              </a:defRPr>
            </a:lvl4pPr>
            <a:lvl5pPr algn="l">
              <a:defRPr sz="2175" b="0">
                <a:solidFill>
                  <a:srgbClr val="293F50"/>
                </a:solidFill>
                <a:latin typeface="DejaVu Sans"/>
                <a:ea typeface="DejaVu Sans"/>
                <a:cs typeface="DejaVu Sans"/>
              </a:defRPr>
            </a:lvl5pPr>
            <a:lvl6pPr algn="l">
              <a:defRPr sz="2175" b="0">
                <a:solidFill>
                  <a:srgbClr val="293F50"/>
                </a:solidFill>
                <a:latin typeface="DejaVu Sans"/>
                <a:ea typeface="DejaVu Sans"/>
                <a:cs typeface="DejaVu Sans"/>
              </a:defRPr>
            </a:lvl6pPr>
            <a:lvl7pPr algn="l">
              <a:defRPr sz="2175" b="0">
                <a:solidFill>
                  <a:srgbClr val="293F50"/>
                </a:solidFill>
                <a:latin typeface="DejaVu Sans"/>
                <a:ea typeface="DejaVu Sans"/>
                <a:cs typeface="DejaVu Sans"/>
              </a:defRPr>
            </a:lvl7pPr>
            <a:lvl8pPr algn="l">
              <a:defRPr sz="2175" b="0">
                <a:solidFill>
                  <a:srgbClr val="293F50"/>
                </a:solidFill>
                <a:latin typeface="DejaVu Sans"/>
                <a:ea typeface="DejaVu Sans"/>
                <a:cs typeface="DejaVu Sans"/>
              </a:defRPr>
            </a:lvl8pPr>
            <a:lvl9pPr algn="l">
              <a:defRPr sz="2175" b="0">
                <a:solidFill>
                  <a:srgbClr val="293F50"/>
                </a:solidFill>
                <a:latin typeface="DejaVu Sans"/>
                <a:ea typeface="DejaVu Sans"/>
                <a:cs typeface="DejaVu Sans"/>
              </a:defRPr>
            </a:lvl9pPr>
          </a:lstStyle>
          <a:p>
            <a:pPr algn="l">
              <a:defRPr sz="2175" b="0">
                <a:solidFill>
                  <a:srgbClr val="293F50"/>
                </a:solidFill>
                <a:latin typeface="DejaVu Sans"/>
                <a:ea typeface="DejaVu Sans"/>
                <a:cs typeface="DejaVu Sans"/>
              </a:defRPr>
            </a:pPr>
            <a:r>
              <a:rPr sz="2175" b="0">
                <a:solidFill>
                  <a:srgbClr val="293F50"/>
                </a:solidFill>
                <a:latin typeface="DejaVu Sans"/>
                <a:ea typeface="DejaVu Sans"/>
                <a:cs typeface="DejaVu Sans"/>
              </a:rPr>
              <a:t>[Contributors and institutional support]</a:t>
            </a:r>
          </a:p>
          <a:p>
            <a:pPr algn="l">
              <a:defRPr sz="2175" b="0">
                <a:solidFill>
                  <a:srgbClr val="293F50"/>
                </a:solidFill>
                <a:latin typeface="DejaVu Sans"/>
                <a:ea typeface="DejaVu Sans"/>
                <a:cs typeface="DejaVu Sans"/>
              </a:defRPr>
            </a:pPr>
            <a:r>
              <a:rPr sz="2175" b="0">
                <a:solidFill>
                  <a:srgbClr val="293F50"/>
                </a:solidFill>
                <a:latin typeface="DejaVu Sans"/>
                <a:ea typeface="DejaVu Sans"/>
                <a:cs typeface="DejaVu Sans"/>
              </a:rPr>
              <a:t>Funding: [funder / grant number / none]</a:t>
            </a:r>
          </a:p>
          <a:p>
            <a:pPr algn="l">
              <a:defRPr sz="2175" b="0">
                <a:solidFill>
                  <a:srgbClr val="293F50"/>
                </a:solidFill>
                <a:latin typeface="DejaVu Sans"/>
                <a:ea typeface="DejaVu Sans"/>
                <a:cs typeface="DejaVu Sans"/>
              </a:defRPr>
            </a:pPr>
            <a:r>
              <a:rPr sz="2175" b="0">
                <a:solidFill>
                  <a:srgbClr val="293F50"/>
                </a:solidFill>
                <a:latin typeface="DejaVu Sans"/>
                <a:ea typeface="DejaVu Sans"/>
                <a:cs typeface="DejaVu Sans"/>
              </a:rPr>
              <a:t>Conflicts of interest: [state as applicable]</a:t>
            </a:r>
          </a:p>
        </p:txBody>
      </p:sp>
      <p:pic>
        <p:nvPicPr>
          <p:cNvPr id="70" name="Picture 69">
            <a:extLst>
              <a:ext uri="{FF2B5EF4-FFF2-40B4-BE49-F238E27FC236}">
                <a16:creationId xmlns:a16="http://schemas.microsoft.com/office/drawing/2014/main" id="{2ACB7B70-6504-F4F6-6F41-8B6CF34AFA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66289" y="101713"/>
            <a:ext cx="1850912" cy="1850912"/>
          </a:xfrm>
          <a:prstGeom prst="rect">
            <a:avLst/>
          </a:prstGeom>
        </p:spPr>
      </p:pic>
      <p:sp>
        <p:nvSpPr>
          <p:cNvPr id="72" name="text-41">
            <a:extLst>
              <a:ext uri="{FF2B5EF4-FFF2-40B4-BE49-F238E27FC236}">
                <a16:creationId xmlns:a16="http://schemas.microsoft.com/office/drawing/2014/main" id="{8D97BDAA-814D-6A19-BBF3-46F65ABF76ED}"/>
              </a:ext>
            </a:extLst>
          </p:cNvPr>
          <p:cNvSpPr>
            <a:spLocks noGrp="1"/>
          </p:cNvSpPr>
          <p:nvPr/>
        </p:nvSpPr>
        <p:spPr>
          <a:xfrm>
            <a:off x="14401800" y="20993100"/>
            <a:ext cx="6610350" cy="1428750"/>
          </a:xfrm>
          <a:prstGeom prst="rect">
            <a:avLst/>
          </a:prstGeom>
          <a:noFill/>
          <a:ln w="0">
            <a:noFill/>
            <a:prstDash val="solid"/>
          </a:ln>
        </p:spPr>
        <p:txBody>
          <a:bodyPr wrap="square" lIns="0" tIns="0" rIns="0" bIns="0" anchor="t">
            <a:noAutofit/>
          </a:bodyPr>
          <a:lstStyle>
            <a:defPPr algn="l">
              <a:defRPr sz="2325" b="0">
                <a:solidFill>
                  <a:srgbClr val="293F50"/>
                </a:solidFill>
                <a:latin typeface="DejaVu Sans"/>
                <a:ea typeface="DejaVu Sans"/>
                <a:cs typeface="DejaVu Sans"/>
              </a:defRPr>
            </a:defPPr>
            <a:lvl1pPr algn="l">
              <a:defRPr sz="2325" b="0">
                <a:solidFill>
                  <a:srgbClr val="293F50"/>
                </a:solidFill>
                <a:latin typeface="DejaVu Sans"/>
                <a:ea typeface="DejaVu Sans"/>
                <a:cs typeface="DejaVu Sans"/>
              </a:defRPr>
            </a:lvl1pPr>
            <a:lvl2pPr algn="l">
              <a:defRPr sz="2325" b="0">
                <a:solidFill>
                  <a:srgbClr val="293F50"/>
                </a:solidFill>
                <a:latin typeface="DejaVu Sans"/>
                <a:ea typeface="DejaVu Sans"/>
                <a:cs typeface="DejaVu Sans"/>
              </a:defRPr>
            </a:lvl2pPr>
            <a:lvl3pPr algn="l">
              <a:defRPr sz="2325" b="0">
                <a:solidFill>
                  <a:srgbClr val="293F50"/>
                </a:solidFill>
                <a:latin typeface="DejaVu Sans"/>
                <a:ea typeface="DejaVu Sans"/>
                <a:cs typeface="DejaVu Sans"/>
              </a:defRPr>
            </a:lvl3pPr>
            <a:lvl4pPr algn="l">
              <a:defRPr sz="2325" b="0">
                <a:solidFill>
                  <a:srgbClr val="293F50"/>
                </a:solidFill>
                <a:latin typeface="DejaVu Sans"/>
                <a:ea typeface="DejaVu Sans"/>
                <a:cs typeface="DejaVu Sans"/>
              </a:defRPr>
            </a:lvl4pPr>
            <a:lvl5pPr algn="l">
              <a:defRPr sz="2325" b="0">
                <a:solidFill>
                  <a:srgbClr val="293F50"/>
                </a:solidFill>
                <a:latin typeface="DejaVu Sans"/>
                <a:ea typeface="DejaVu Sans"/>
                <a:cs typeface="DejaVu Sans"/>
              </a:defRPr>
            </a:lvl5pPr>
            <a:lvl6pPr algn="l">
              <a:defRPr sz="2325" b="0">
                <a:solidFill>
                  <a:srgbClr val="293F50"/>
                </a:solidFill>
                <a:latin typeface="DejaVu Sans"/>
                <a:ea typeface="DejaVu Sans"/>
                <a:cs typeface="DejaVu Sans"/>
              </a:defRPr>
            </a:lvl6pPr>
            <a:lvl7pPr algn="l">
              <a:defRPr sz="2325" b="0">
                <a:solidFill>
                  <a:srgbClr val="293F50"/>
                </a:solidFill>
                <a:latin typeface="DejaVu Sans"/>
                <a:ea typeface="DejaVu Sans"/>
                <a:cs typeface="DejaVu Sans"/>
              </a:defRPr>
            </a:lvl7pPr>
            <a:lvl8pPr algn="l">
              <a:defRPr sz="2325" b="0">
                <a:solidFill>
                  <a:srgbClr val="293F50"/>
                </a:solidFill>
                <a:latin typeface="DejaVu Sans"/>
                <a:ea typeface="DejaVu Sans"/>
                <a:cs typeface="DejaVu Sans"/>
              </a:defRPr>
            </a:lvl8pPr>
            <a:lvl9pPr algn="l">
              <a:defRPr sz="2325" b="0">
                <a:solidFill>
                  <a:srgbClr val="293F50"/>
                </a:solidFill>
                <a:latin typeface="DejaVu Sans"/>
                <a:ea typeface="DejaVu Sans"/>
                <a:cs typeface="DejaVu Sans"/>
              </a:defRPr>
            </a:lvl9pPr>
          </a:lstStyle>
          <a:p>
            <a:pPr>
              <a:defRPr sz="2325" b="0">
                <a:solidFill>
                  <a:srgbClr val="293F50"/>
                </a:solidFill>
                <a:latin typeface="DejaVu Sans"/>
                <a:ea typeface="DejaVu Sans"/>
                <a:cs typeface="DejaVu Sans"/>
              </a:defRPr>
            </a:pPr>
            <a:r>
              <a:rPr lang="en-ID" dirty="0">
                <a:solidFill>
                  <a:srgbClr val="FF0000"/>
                </a:solidFill>
                <a:highlight>
                  <a:srgbClr val="FFFF00"/>
                </a:highlight>
              </a:rPr>
              <a:t>"This template serves as a structural guideline. Presenters are free to use their own design and creativity for the poster."</a:t>
            </a:r>
            <a:endParaRPr sz="2325" b="0" dirty="0">
              <a:solidFill>
                <a:srgbClr val="FF0000"/>
              </a:solidFill>
              <a:highlight>
                <a:srgbClr val="FFFF00"/>
              </a:highlight>
              <a:latin typeface="DejaVu Sans"/>
              <a:ea typeface="DejaVu Sans"/>
              <a:cs typeface="DejaVu Sans"/>
            </a:endParaRPr>
          </a:p>
        </p:txBody>
      </p:sp>
    </p:spTree>
    <p:extLst>
      <p:ext uri="{BB962C8B-B14F-4D97-AF65-F5344CB8AC3E}">
        <p14:creationId xmlns:p14="http://schemas.microsoft.com/office/powerpoint/2010/main" val="181669689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646</Words>
  <Application>Microsoft Office PowerPoint</Application>
  <DocSecurity>0</DocSecurity>
  <PresentationFormat>Custom</PresentationFormat>
  <Paragraphs>65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DejaVu Sans</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RY</cp:lastModifiedBy>
  <cp:revision>1</cp:revision>
  <dcterms:created xsi:type="dcterms:W3CDTF">2026-10-19T02:17:35Z</dcterms:created>
  <dcterms:modified xsi:type="dcterms:W3CDTF">2026-10-19T02:46:03Z</dcterms:modified>
</cp:coreProperties>
</file>